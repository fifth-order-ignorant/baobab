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5143500" cx="9144000"/>
  <p:notesSz cx="6858000" cy="9144000"/>
  <p:embeddedFontLst>
    <p:embeddedFont>
      <p:font typeface="Fjalla One"/>
      <p:regular r:id="rId28"/>
    </p:embeddedFont>
    <p:embeddedFont>
      <p:font typeface="Barlow Semi Condensed Medium"/>
      <p:regular r:id="rId29"/>
      <p:bold r:id="rId30"/>
      <p:italic r:id="rId31"/>
      <p:boldItalic r:id="rId32"/>
    </p:embeddedFont>
    <p:embeddedFont>
      <p:font typeface="Barlow Semi Condensed"/>
      <p:regular r:id="rId33"/>
      <p:bold r:id="rId34"/>
      <p:italic r:id="rId35"/>
      <p:boldItalic r:id="rId36"/>
    </p:embeddedFont>
    <p:embeddedFont>
      <p:font typeface="Nunito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NunitoSans-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FjallaOne-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SemiCondensedMedium-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rlowSemiCondensedMedium-italic.fntdata"/><Relationship Id="rId30" Type="http://schemas.openxmlformats.org/officeDocument/2006/relationships/font" Target="fonts/BarlowSemiCondensedMedium-bold.fntdata"/><Relationship Id="rId11" Type="http://schemas.openxmlformats.org/officeDocument/2006/relationships/slide" Target="slides/slide7.xml"/><Relationship Id="rId33" Type="http://schemas.openxmlformats.org/officeDocument/2006/relationships/font" Target="fonts/BarlowSemiCondensed-regular.fntdata"/><Relationship Id="rId10" Type="http://schemas.openxmlformats.org/officeDocument/2006/relationships/slide" Target="slides/slide6.xml"/><Relationship Id="rId32" Type="http://schemas.openxmlformats.org/officeDocument/2006/relationships/font" Target="fonts/BarlowSemiCondensedMedium-boldItalic.fntdata"/><Relationship Id="rId13" Type="http://schemas.openxmlformats.org/officeDocument/2006/relationships/slide" Target="slides/slide9.xml"/><Relationship Id="rId35" Type="http://schemas.openxmlformats.org/officeDocument/2006/relationships/font" Target="fonts/BarlowSemiCondensed-italic.fntdata"/><Relationship Id="rId12" Type="http://schemas.openxmlformats.org/officeDocument/2006/relationships/slide" Target="slides/slide8.xml"/><Relationship Id="rId34" Type="http://schemas.openxmlformats.org/officeDocument/2006/relationships/font" Target="fonts/BarlowSemiCondensed-bold.fntdata"/><Relationship Id="rId15" Type="http://schemas.openxmlformats.org/officeDocument/2006/relationships/slide" Target="slides/slide11.xml"/><Relationship Id="rId37" Type="http://schemas.openxmlformats.org/officeDocument/2006/relationships/font" Target="fonts/NunitoSans-regular.fntdata"/><Relationship Id="rId14" Type="http://schemas.openxmlformats.org/officeDocument/2006/relationships/slide" Target="slides/slide10.xml"/><Relationship Id="rId36" Type="http://schemas.openxmlformats.org/officeDocument/2006/relationships/font" Target="fonts/BarlowSemiCondensed-boldItalic.fntdata"/><Relationship Id="rId17" Type="http://schemas.openxmlformats.org/officeDocument/2006/relationships/slide" Target="slides/slide13.xml"/><Relationship Id="rId39" Type="http://schemas.openxmlformats.org/officeDocument/2006/relationships/font" Target="fonts/NunitoSans-italic.fntdata"/><Relationship Id="rId16" Type="http://schemas.openxmlformats.org/officeDocument/2006/relationships/slide" Target="slides/slide12.xml"/><Relationship Id="rId38" Type="http://schemas.openxmlformats.org/officeDocument/2006/relationships/font" Target="fonts/NunitoSans-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5" name="Shape 1745"/>
        <p:cNvGrpSpPr/>
        <p:nvPr/>
      </p:nvGrpSpPr>
      <p:grpSpPr>
        <a:xfrm>
          <a:off x="0" y="0"/>
          <a:ext cx="0" cy="0"/>
          <a:chOff x="0" y="0"/>
          <a:chExt cx="0" cy="0"/>
        </a:xfrm>
      </p:grpSpPr>
      <p:sp>
        <p:nvSpPr>
          <p:cNvPr id="1746" name="Google Shape;1746;ge933e4d013_7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7" name="Google Shape;1747;ge933e4d013_7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8" name="Shape 1948"/>
        <p:cNvGrpSpPr/>
        <p:nvPr/>
      </p:nvGrpSpPr>
      <p:grpSpPr>
        <a:xfrm>
          <a:off x="0" y="0"/>
          <a:ext cx="0" cy="0"/>
          <a:chOff x="0" y="0"/>
          <a:chExt cx="0" cy="0"/>
        </a:xfrm>
      </p:grpSpPr>
      <p:sp>
        <p:nvSpPr>
          <p:cNvPr id="1949" name="Google Shape;1949;g8714a43093_3_9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0" name="Google Shape;1950;g8714a43093_3_9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804e9800b4_0_1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7" name="Google Shape;1957;g804e9800b4_0_1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2" name="Shape 1972"/>
        <p:cNvGrpSpPr/>
        <p:nvPr/>
      </p:nvGrpSpPr>
      <p:grpSpPr>
        <a:xfrm>
          <a:off x="0" y="0"/>
          <a:ext cx="0" cy="0"/>
          <a:chOff x="0" y="0"/>
          <a:chExt cx="0" cy="0"/>
        </a:xfrm>
      </p:grpSpPr>
      <p:sp>
        <p:nvSpPr>
          <p:cNvPr id="1973" name="Google Shape;1973;g804e9800b4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4" name="Google Shape;1974;g804e9800b4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3" name="Shape 2013"/>
        <p:cNvGrpSpPr/>
        <p:nvPr/>
      </p:nvGrpSpPr>
      <p:grpSpPr>
        <a:xfrm>
          <a:off x="0" y="0"/>
          <a:ext cx="0" cy="0"/>
          <a:chOff x="0" y="0"/>
          <a:chExt cx="0" cy="0"/>
        </a:xfrm>
      </p:grpSpPr>
      <p:sp>
        <p:nvSpPr>
          <p:cNvPr id="2014" name="Google Shape;2014;ge933e4d013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5" name="Google Shape;2015;ge933e4d013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e933e4d013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2" name="Google Shape;2022;ge933e4d013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ge933e4d013_7_1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6" name="Google Shape;2036;ge933e4d013_7_1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e933e4d013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6" name="Google Shape;2046;ge933e4d013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ge933e4d013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9" name="Google Shape;2059;ge933e4d013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I’m Jan, and I worked as a full stack developer for Baobab! I have contributed to the discussion, profile, and assignment UIs, and created API endpoints for submissions and helped with integrating MongoDB with the application.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1" name="Shape 2071"/>
        <p:cNvGrpSpPr/>
        <p:nvPr/>
      </p:nvGrpSpPr>
      <p:grpSpPr>
        <a:xfrm>
          <a:off x="0" y="0"/>
          <a:ext cx="0" cy="0"/>
          <a:chOff x="0" y="0"/>
          <a:chExt cx="0" cy="0"/>
        </a:xfrm>
      </p:grpSpPr>
      <p:sp>
        <p:nvSpPr>
          <p:cNvPr id="2072" name="Google Shape;2072;ge933e4d013_9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3" name="Google Shape;2073;ge933e4d013_9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ge933e4d013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5" name="Google Shape;2085;ge933e4d013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3" name="Shape 2093"/>
        <p:cNvGrpSpPr/>
        <p:nvPr/>
      </p:nvGrpSpPr>
      <p:grpSpPr>
        <a:xfrm>
          <a:off x="0" y="0"/>
          <a:ext cx="0" cy="0"/>
          <a:chOff x="0" y="0"/>
          <a:chExt cx="0" cy="0"/>
        </a:xfrm>
      </p:grpSpPr>
      <p:sp>
        <p:nvSpPr>
          <p:cNvPr id="2094" name="Google Shape;2094;ge933e4d013_4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5" name="Google Shape;2095;ge933e4d013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ge6da3bb516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9" name="Google Shape;2109;ge6da3bb516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ge933e4d013_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4" name="Google Shape;2114;ge933e4d013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ge933e4d013_1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1" name="Google Shape;2121;ge933e4d013_1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0" name="Shape 2130"/>
        <p:cNvGrpSpPr/>
        <p:nvPr/>
      </p:nvGrpSpPr>
      <p:grpSpPr>
        <a:xfrm>
          <a:off x="0" y="0"/>
          <a:ext cx="0" cy="0"/>
          <a:chOff x="0" y="0"/>
          <a:chExt cx="0" cy="0"/>
        </a:xfrm>
      </p:grpSpPr>
      <p:sp>
        <p:nvSpPr>
          <p:cNvPr id="2131" name="Google Shape;2131;ge933e4d013_1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2" name="Google Shape;2132;ge933e4d013_1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e933e4d013_4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6" name="Google Shape;2146;ge933e4d013_4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e933e4d013_4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7" name="Google Shape;2157;ge933e4d013_4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Okay so now let’s talk about the software.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2" name="Shape 2162"/>
        <p:cNvGrpSpPr/>
        <p:nvPr/>
      </p:nvGrpSpPr>
      <p:grpSpPr>
        <a:xfrm>
          <a:off x="0" y="0"/>
          <a:ext cx="0" cy="0"/>
          <a:chOff x="0" y="0"/>
          <a:chExt cx="0" cy="0"/>
        </a:xfrm>
      </p:grpSpPr>
      <p:sp>
        <p:nvSpPr>
          <p:cNvPr id="2163" name="Google Shape;2163;ge933e4d013_7_19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4" name="Google Shape;2164;ge933e4d013_7_1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 used lots of technologies. For the frontend we use React and Ant Design. For the backend we use TypeScript and Nest.js. We use redis for in memory storage and MongoDB for the database. And also we also use Storybook for frontend documentation and Swagger for the backend documentation.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e933e4d013_14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0" name="Google Shape;2190;ge933e4d013_14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And this fits under the Three Tiered Architecture. Our users interact with the presentation layer. The presentation layer makes API Requests to the logic layer and the logic layer uses the Data Access Object design pattern to write the changes to MongoDB.</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7" name="Shape 2217"/>
        <p:cNvGrpSpPr/>
        <p:nvPr/>
      </p:nvGrpSpPr>
      <p:grpSpPr>
        <a:xfrm>
          <a:off x="0" y="0"/>
          <a:ext cx="0" cy="0"/>
          <a:chOff x="0" y="0"/>
          <a:chExt cx="0" cy="0"/>
        </a:xfrm>
      </p:grpSpPr>
      <p:sp>
        <p:nvSpPr>
          <p:cNvPr id="2218" name="Google Shape;2218;ge933e4d013_14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9" name="Google Shape;2219;ge933e4d013_1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example, suppose a user is making a post in the discussion board. The user will fill in the post information, and wil click on a button to publish the post. When this button is clicked, the presentation layer will make an API Request to add a post. This API request is handled by the logic layer, where the Data Access Object writes a query to update the database. </a:t>
            </a:r>
            <a:br>
              <a:rPr lang="en"/>
            </a:br>
            <a:endParaRPr/>
          </a:p>
          <a:p>
            <a:pPr indent="-298450" lvl="0" marL="457200" rtl="0" algn="l">
              <a:spcBef>
                <a:spcPts val="0"/>
              </a:spcBef>
              <a:spcAft>
                <a:spcPts val="0"/>
              </a:spcAft>
              <a:buSzPts val="1100"/>
              <a:buChar char="●"/>
            </a:pPr>
            <a:r>
              <a:rPr lang="en"/>
              <a:t>Updates to Database through DAO</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0" name="Shape 2250"/>
        <p:cNvGrpSpPr/>
        <p:nvPr/>
      </p:nvGrpSpPr>
      <p:grpSpPr>
        <a:xfrm>
          <a:off x="0" y="0"/>
          <a:ext cx="0" cy="0"/>
          <a:chOff x="0" y="0"/>
          <a:chExt cx="0" cy="0"/>
        </a:xfrm>
      </p:grpSpPr>
      <p:sp>
        <p:nvSpPr>
          <p:cNvPr id="2251" name="Google Shape;2251;ge933e4d013_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2" name="Google Shape;2252;ge933e4d013_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ge933e4d013_14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9" name="Google Shape;2269;ge933e4d013_14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 Id="rId5" Type="http://schemas.openxmlformats.org/officeDocument/2006/relationships/hyperlink" Target="https://stories.freepik.com/"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2"/>
          <p:cNvSpPr txBox="1"/>
          <p:nvPr>
            <p:ph type="ctrTitle"/>
          </p:nvPr>
        </p:nvSpPr>
        <p:spPr>
          <a:xfrm>
            <a:off x="5248656" y="2002536"/>
            <a:ext cx="3264300" cy="1792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5200"/>
              <a:buNone/>
              <a:defRPr sz="5200"/>
            </a:lvl1pPr>
            <a:lvl2pPr lvl="1" rtl="0" algn="r">
              <a:spcBef>
                <a:spcPts val="0"/>
              </a:spcBef>
              <a:spcAft>
                <a:spcPts val="0"/>
              </a:spcAft>
              <a:buSzPts val="5200"/>
              <a:buNone/>
              <a:defRPr sz="5200"/>
            </a:lvl2pPr>
            <a:lvl3pPr lvl="2" rtl="0" algn="r">
              <a:spcBef>
                <a:spcPts val="0"/>
              </a:spcBef>
              <a:spcAft>
                <a:spcPts val="0"/>
              </a:spcAft>
              <a:buSzPts val="5200"/>
              <a:buNone/>
              <a:defRPr sz="5200"/>
            </a:lvl3pPr>
            <a:lvl4pPr lvl="3" rtl="0" algn="r">
              <a:spcBef>
                <a:spcPts val="0"/>
              </a:spcBef>
              <a:spcAft>
                <a:spcPts val="0"/>
              </a:spcAft>
              <a:buSzPts val="5200"/>
              <a:buNone/>
              <a:defRPr sz="5200"/>
            </a:lvl4pPr>
            <a:lvl5pPr lvl="4" rtl="0" algn="r">
              <a:spcBef>
                <a:spcPts val="0"/>
              </a:spcBef>
              <a:spcAft>
                <a:spcPts val="0"/>
              </a:spcAft>
              <a:buSzPts val="5200"/>
              <a:buNone/>
              <a:defRPr sz="5200"/>
            </a:lvl5pPr>
            <a:lvl6pPr lvl="5" rtl="0" algn="r">
              <a:spcBef>
                <a:spcPts val="0"/>
              </a:spcBef>
              <a:spcAft>
                <a:spcPts val="0"/>
              </a:spcAft>
              <a:buSzPts val="5200"/>
              <a:buNone/>
              <a:defRPr sz="5200"/>
            </a:lvl6pPr>
            <a:lvl7pPr lvl="6" rtl="0" algn="r">
              <a:spcBef>
                <a:spcPts val="0"/>
              </a:spcBef>
              <a:spcAft>
                <a:spcPts val="0"/>
              </a:spcAft>
              <a:buSzPts val="5200"/>
              <a:buNone/>
              <a:defRPr sz="5200"/>
            </a:lvl7pPr>
            <a:lvl8pPr lvl="7" rtl="0" algn="r">
              <a:spcBef>
                <a:spcPts val="0"/>
              </a:spcBef>
              <a:spcAft>
                <a:spcPts val="0"/>
              </a:spcAft>
              <a:buSzPts val="5200"/>
              <a:buNone/>
              <a:defRPr sz="5200"/>
            </a:lvl8pPr>
            <a:lvl9pPr lvl="8" rtl="0" algn="r">
              <a:spcBef>
                <a:spcPts val="0"/>
              </a:spcBef>
              <a:spcAft>
                <a:spcPts val="0"/>
              </a:spcAft>
              <a:buSzPts val="5200"/>
              <a:buNone/>
              <a:defRPr sz="5200"/>
            </a:lvl9pPr>
          </a:lstStyle>
          <a:p/>
        </p:txBody>
      </p:sp>
      <p:sp>
        <p:nvSpPr>
          <p:cNvPr id="9" name="Google Shape;9;p2"/>
          <p:cNvSpPr txBox="1"/>
          <p:nvPr>
            <p:ph idx="1" type="subTitle"/>
          </p:nvPr>
        </p:nvSpPr>
        <p:spPr>
          <a:xfrm>
            <a:off x="5248656" y="3721608"/>
            <a:ext cx="3264300" cy="896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10" name="Google Shape;10;p2"/>
          <p:cNvCxnSpPr/>
          <p:nvPr/>
        </p:nvCxnSpPr>
        <p:spPr>
          <a:xfrm flipH="1">
            <a:off x="5827050" y="451300"/>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11" name="Google Shape;11;p2"/>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12" name="Google Shape;12;p2"/>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2"/>
          <p:cNvSpPr/>
          <p:nvPr/>
        </p:nvSpPr>
        <p:spPr>
          <a:xfrm>
            <a:off x="5690580" y="4258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5688325" y="4232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727069" y="4623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5724827" y="4597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766657" y="5018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764415" y="4996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rect b="b" l="l" r="r" t="t"/>
              <a:pathLst>
                <a:path extrusionOk="0" h="207444" w="272401">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491875" y="238125"/>
              <a:ext cx="6575225" cy="5187000"/>
            </a:xfrm>
            <a:custGeom>
              <a:rect b="b" l="l" r="r" t="t"/>
              <a:pathLst>
                <a:path extrusionOk="0" h="207480" w="263009">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2971800" y="2231136"/>
            <a:ext cx="3200400" cy="804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8" name="Google Shape;48;p3"/>
          <p:cNvSpPr txBox="1"/>
          <p:nvPr>
            <p:ph hasCustomPrompt="1" idx="2" type="title"/>
          </p:nvPr>
        </p:nvSpPr>
        <p:spPr>
          <a:xfrm>
            <a:off x="2971800" y="1161288"/>
            <a:ext cx="2967600" cy="106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49" name="Google Shape;49;p3"/>
          <p:cNvSpPr txBox="1"/>
          <p:nvPr>
            <p:ph idx="1" type="subTitle"/>
          </p:nvPr>
        </p:nvSpPr>
        <p:spPr>
          <a:xfrm>
            <a:off x="2973225" y="2999232"/>
            <a:ext cx="3200400" cy="685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9" name="Google Shape;69;p3"/>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3" name="Google Shape;103;p3"/>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3"/>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05" name="Google Shape;105;p3"/>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9" name="Shape 109"/>
        <p:cNvGrpSpPr/>
        <p:nvPr/>
      </p:nvGrpSpPr>
      <p:grpSpPr>
        <a:xfrm>
          <a:off x="0" y="0"/>
          <a:ext cx="0" cy="0"/>
          <a:chOff x="0" y="0"/>
          <a:chExt cx="0" cy="0"/>
        </a:xfrm>
      </p:grpSpPr>
      <p:sp>
        <p:nvSpPr>
          <p:cNvPr id="110" name="Google Shape;110;p4"/>
          <p:cNvSpPr txBox="1"/>
          <p:nvPr>
            <p:ph idx="1" type="subTitle"/>
          </p:nvPr>
        </p:nvSpPr>
        <p:spPr>
          <a:xfrm>
            <a:off x="2167128" y="3054096"/>
            <a:ext cx="4809600" cy="1134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 name="Google Shape;115;p4"/>
          <p:cNvSpPr txBox="1"/>
          <p:nvPr>
            <p:ph type="title"/>
          </p:nvPr>
        </p:nvSpPr>
        <p:spPr>
          <a:xfrm>
            <a:off x="2167128" y="2478024"/>
            <a:ext cx="48096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5" name="Google Shape;135;p4"/>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9" name="Google Shape;169;p4"/>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70" name="Google Shape;170;p4"/>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71" name="Google Shape;171;p4"/>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5" name="Shape 175"/>
        <p:cNvGrpSpPr/>
        <p:nvPr/>
      </p:nvGrpSpPr>
      <p:grpSpPr>
        <a:xfrm>
          <a:off x="0" y="0"/>
          <a:ext cx="0" cy="0"/>
          <a:chOff x="0" y="0"/>
          <a:chExt cx="0" cy="0"/>
        </a:xfrm>
      </p:grpSpPr>
      <p:sp>
        <p:nvSpPr>
          <p:cNvPr id="176" name="Google Shape;176;p5"/>
          <p:cNvSpPr txBox="1"/>
          <p:nvPr>
            <p:ph type="title"/>
          </p:nvPr>
        </p:nvSpPr>
        <p:spPr>
          <a:xfrm>
            <a:off x="1807671" y="338325"/>
            <a:ext cx="5528700" cy="6126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177" name="Google Shape;177;p5"/>
          <p:cNvSpPr txBox="1"/>
          <p:nvPr>
            <p:ph idx="1" type="subTitle"/>
          </p:nvPr>
        </p:nvSpPr>
        <p:spPr>
          <a:xfrm>
            <a:off x="4956048" y="2532888"/>
            <a:ext cx="2084700" cy="136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78" name="Google Shape;178;p5"/>
          <p:cNvSpPr txBox="1"/>
          <p:nvPr>
            <p:ph idx="2" type="subTitle"/>
          </p:nvPr>
        </p:nvSpPr>
        <p:spPr>
          <a:xfrm>
            <a:off x="2093976" y="2532888"/>
            <a:ext cx="2084700" cy="136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79" name="Google Shape;179;p5"/>
          <p:cNvSpPr txBox="1"/>
          <p:nvPr>
            <p:ph idx="3" type="subTitle"/>
          </p:nvPr>
        </p:nvSpPr>
        <p:spPr>
          <a:xfrm>
            <a:off x="4956048" y="2221992"/>
            <a:ext cx="2084700" cy="2835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defRPr>
            </a:lvl2pPr>
            <a:lvl3pPr lvl="2" rtl="0" algn="ctr">
              <a:spcBef>
                <a:spcPts val="0"/>
              </a:spcBef>
              <a:spcAft>
                <a:spcPts val="0"/>
              </a:spcAft>
              <a:buNone/>
              <a:defRPr sz="1600">
                <a:solidFill>
                  <a:schemeClr val="accent1"/>
                </a:solidFill>
              </a:defRPr>
            </a:lvl3pPr>
            <a:lvl4pPr lvl="3" rtl="0" algn="ctr">
              <a:spcBef>
                <a:spcPts val="0"/>
              </a:spcBef>
              <a:spcAft>
                <a:spcPts val="0"/>
              </a:spcAft>
              <a:buNone/>
              <a:defRPr sz="1600">
                <a:solidFill>
                  <a:schemeClr val="accent1"/>
                </a:solidFill>
              </a:defRPr>
            </a:lvl4pPr>
            <a:lvl5pPr lvl="4" rtl="0" algn="ctr">
              <a:spcBef>
                <a:spcPts val="0"/>
              </a:spcBef>
              <a:spcAft>
                <a:spcPts val="0"/>
              </a:spcAft>
              <a:buNone/>
              <a:defRPr sz="1600">
                <a:solidFill>
                  <a:schemeClr val="accent1"/>
                </a:solidFill>
              </a:defRPr>
            </a:lvl5pPr>
            <a:lvl6pPr lvl="5" rtl="0" algn="ctr">
              <a:spcBef>
                <a:spcPts val="0"/>
              </a:spcBef>
              <a:spcAft>
                <a:spcPts val="0"/>
              </a:spcAft>
              <a:buNone/>
              <a:defRPr sz="1600">
                <a:solidFill>
                  <a:schemeClr val="accent1"/>
                </a:solidFill>
              </a:defRPr>
            </a:lvl6pPr>
            <a:lvl7pPr lvl="6" rtl="0" algn="ctr">
              <a:spcBef>
                <a:spcPts val="0"/>
              </a:spcBef>
              <a:spcAft>
                <a:spcPts val="0"/>
              </a:spcAft>
              <a:buNone/>
              <a:defRPr sz="1600">
                <a:solidFill>
                  <a:schemeClr val="accent1"/>
                </a:solidFill>
              </a:defRPr>
            </a:lvl7pPr>
            <a:lvl8pPr lvl="7" rtl="0" algn="ctr">
              <a:spcBef>
                <a:spcPts val="0"/>
              </a:spcBef>
              <a:spcAft>
                <a:spcPts val="0"/>
              </a:spcAft>
              <a:buNone/>
              <a:defRPr sz="1600">
                <a:solidFill>
                  <a:schemeClr val="accent1"/>
                </a:solidFill>
              </a:defRPr>
            </a:lvl8pPr>
            <a:lvl9pPr lvl="8" rtl="0" algn="ctr">
              <a:spcBef>
                <a:spcPts val="0"/>
              </a:spcBef>
              <a:spcAft>
                <a:spcPts val="0"/>
              </a:spcAft>
              <a:buNone/>
              <a:defRPr sz="1600">
                <a:solidFill>
                  <a:schemeClr val="accent1"/>
                </a:solidFill>
              </a:defRPr>
            </a:lvl9pPr>
          </a:lstStyle>
          <a:p/>
        </p:txBody>
      </p:sp>
      <p:sp>
        <p:nvSpPr>
          <p:cNvPr id="180" name="Google Shape;180;p5"/>
          <p:cNvSpPr txBox="1"/>
          <p:nvPr>
            <p:ph idx="4" type="subTitle"/>
          </p:nvPr>
        </p:nvSpPr>
        <p:spPr>
          <a:xfrm>
            <a:off x="2093976" y="2203704"/>
            <a:ext cx="2084700" cy="3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defRPr>
            </a:lvl2pPr>
            <a:lvl3pPr lvl="2" rtl="0" algn="ctr">
              <a:spcBef>
                <a:spcPts val="0"/>
              </a:spcBef>
              <a:spcAft>
                <a:spcPts val="0"/>
              </a:spcAft>
              <a:buNone/>
              <a:defRPr sz="1600">
                <a:solidFill>
                  <a:schemeClr val="accent1"/>
                </a:solidFill>
              </a:defRPr>
            </a:lvl3pPr>
            <a:lvl4pPr lvl="3" rtl="0" algn="ctr">
              <a:spcBef>
                <a:spcPts val="0"/>
              </a:spcBef>
              <a:spcAft>
                <a:spcPts val="0"/>
              </a:spcAft>
              <a:buNone/>
              <a:defRPr sz="1600">
                <a:solidFill>
                  <a:schemeClr val="accent1"/>
                </a:solidFill>
              </a:defRPr>
            </a:lvl4pPr>
            <a:lvl5pPr lvl="4" rtl="0" algn="ctr">
              <a:spcBef>
                <a:spcPts val="0"/>
              </a:spcBef>
              <a:spcAft>
                <a:spcPts val="0"/>
              </a:spcAft>
              <a:buNone/>
              <a:defRPr sz="1600">
                <a:solidFill>
                  <a:schemeClr val="accent1"/>
                </a:solidFill>
              </a:defRPr>
            </a:lvl5pPr>
            <a:lvl6pPr lvl="5" rtl="0" algn="ctr">
              <a:spcBef>
                <a:spcPts val="0"/>
              </a:spcBef>
              <a:spcAft>
                <a:spcPts val="0"/>
              </a:spcAft>
              <a:buNone/>
              <a:defRPr sz="1600">
                <a:solidFill>
                  <a:schemeClr val="accent1"/>
                </a:solidFill>
              </a:defRPr>
            </a:lvl6pPr>
            <a:lvl7pPr lvl="6" rtl="0" algn="ctr">
              <a:spcBef>
                <a:spcPts val="0"/>
              </a:spcBef>
              <a:spcAft>
                <a:spcPts val="0"/>
              </a:spcAft>
              <a:buNone/>
              <a:defRPr sz="1600">
                <a:solidFill>
                  <a:schemeClr val="accent1"/>
                </a:solidFill>
              </a:defRPr>
            </a:lvl7pPr>
            <a:lvl8pPr lvl="7" rtl="0" algn="ctr">
              <a:spcBef>
                <a:spcPts val="0"/>
              </a:spcBef>
              <a:spcAft>
                <a:spcPts val="0"/>
              </a:spcAft>
              <a:buNone/>
              <a:defRPr sz="1600">
                <a:solidFill>
                  <a:schemeClr val="accent1"/>
                </a:solidFill>
              </a:defRPr>
            </a:lvl8pPr>
            <a:lvl9pPr lvl="8" rtl="0" algn="ctr">
              <a:spcBef>
                <a:spcPts val="0"/>
              </a:spcBef>
              <a:spcAft>
                <a:spcPts val="0"/>
              </a:spcAft>
              <a:buNone/>
              <a:defRPr sz="1600">
                <a:solidFill>
                  <a:schemeClr val="accent1"/>
                </a:solidFill>
              </a:defRPr>
            </a:lvl9pPr>
          </a:lstStyle>
          <a:p/>
        </p:txBody>
      </p:sp>
      <p:sp>
        <p:nvSpPr>
          <p:cNvPr id="181" name="Google Shape;181;p5"/>
          <p:cNvSpPr txBox="1"/>
          <p:nvPr>
            <p:ph hasCustomPrompt="1" idx="5" type="title"/>
          </p:nvPr>
        </p:nvSpPr>
        <p:spPr>
          <a:xfrm>
            <a:off x="2779776" y="1627632"/>
            <a:ext cx="722400" cy="45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82" name="Google Shape;182;p5"/>
          <p:cNvSpPr txBox="1"/>
          <p:nvPr>
            <p:ph hasCustomPrompt="1" idx="6" type="title"/>
          </p:nvPr>
        </p:nvSpPr>
        <p:spPr>
          <a:xfrm>
            <a:off x="5641848" y="1627632"/>
            <a:ext cx="722400" cy="457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2" name="Google Shape;202;p5"/>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36" name="Google Shape;236;p5"/>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237" name="Google Shape;237;p5"/>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238" name="Google Shape;238;p5"/>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6"/>
          <p:cNvSpPr txBox="1"/>
          <p:nvPr>
            <p:ph type="title"/>
          </p:nvPr>
        </p:nvSpPr>
        <p:spPr>
          <a:xfrm>
            <a:off x="1823475" y="338328"/>
            <a:ext cx="54969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3" name="Google Shape;263;p6"/>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7" name="Google Shape;297;p6"/>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298" name="Google Shape;298;p6"/>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299" name="Google Shape;299;p6"/>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column text left">
  <p:cSld name="ONE_COLUMN_TEXT">
    <p:spTree>
      <p:nvGrpSpPr>
        <p:cNvPr id="303" name="Shape 303"/>
        <p:cNvGrpSpPr/>
        <p:nvPr/>
      </p:nvGrpSpPr>
      <p:grpSpPr>
        <a:xfrm>
          <a:off x="0" y="0"/>
          <a:ext cx="0" cy="0"/>
          <a:chOff x="0" y="0"/>
          <a:chExt cx="0" cy="0"/>
        </a:xfrm>
      </p:grpSpPr>
      <p:sp>
        <p:nvSpPr>
          <p:cNvPr id="304" name="Google Shape;304;p7"/>
          <p:cNvSpPr txBox="1"/>
          <p:nvPr>
            <p:ph idx="1" type="subTitle"/>
          </p:nvPr>
        </p:nvSpPr>
        <p:spPr>
          <a:xfrm>
            <a:off x="804672" y="1984248"/>
            <a:ext cx="3291900" cy="1371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p:txBody>
      </p:sp>
      <p:sp>
        <p:nvSpPr>
          <p:cNvPr id="305" name="Google Shape;305;p7"/>
          <p:cNvSpPr txBox="1"/>
          <p:nvPr>
            <p:ph type="title"/>
          </p:nvPr>
        </p:nvSpPr>
        <p:spPr>
          <a:xfrm>
            <a:off x="804672" y="3319272"/>
            <a:ext cx="3291900" cy="4023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306" name="Google Shape;306;p7"/>
          <p:cNvCxnSpPr/>
          <p:nvPr/>
        </p:nvCxnSpPr>
        <p:spPr>
          <a:xfrm>
            <a:off x="1645925" y="5231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7"/>
          <p:cNvCxnSpPr/>
          <p:nvPr/>
        </p:nvCxnSpPr>
        <p:spPr>
          <a:xfrm flipH="1" rot="10800000">
            <a:off x="803050" y="529675"/>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7"/>
          <p:cNvCxnSpPr/>
          <p:nvPr/>
        </p:nvCxnSpPr>
        <p:spPr>
          <a:xfrm>
            <a:off x="0" y="6520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7"/>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7"/>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9" name="Google Shape;339;p7"/>
          <p:cNvCxnSpPr/>
          <p:nvPr/>
        </p:nvCxnSpPr>
        <p:spPr>
          <a:xfrm>
            <a:off x="791400" y="42124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340" name="Google Shape;340;p7"/>
          <p:cNvCxnSpPr/>
          <p:nvPr/>
        </p:nvCxnSpPr>
        <p:spPr>
          <a:xfrm flipH="1" rot="10800000">
            <a:off x="0" y="42204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column text right">
  <p:cSld name="ONE_COLUMN_TEXT_1">
    <p:spTree>
      <p:nvGrpSpPr>
        <p:cNvPr id="366" name="Shape 366"/>
        <p:cNvGrpSpPr/>
        <p:nvPr/>
      </p:nvGrpSpPr>
      <p:grpSpPr>
        <a:xfrm>
          <a:off x="0" y="0"/>
          <a:ext cx="0" cy="0"/>
          <a:chOff x="0" y="0"/>
          <a:chExt cx="0" cy="0"/>
        </a:xfrm>
      </p:grpSpPr>
      <p:sp>
        <p:nvSpPr>
          <p:cNvPr id="367" name="Google Shape;367;p8"/>
          <p:cNvSpPr txBox="1"/>
          <p:nvPr>
            <p:ph idx="1" type="subTitle"/>
          </p:nvPr>
        </p:nvSpPr>
        <p:spPr>
          <a:xfrm flipH="1">
            <a:off x="4096433" y="1984248"/>
            <a:ext cx="3593700" cy="1371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p:txBody>
      </p:sp>
      <p:sp>
        <p:nvSpPr>
          <p:cNvPr id="368" name="Google Shape;368;p8"/>
          <p:cNvSpPr txBox="1"/>
          <p:nvPr>
            <p:ph type="title"/>
          </p:nvPr>
        </p:nvSpPr>
        <p:spPr>
          <a:xfrm flipH="1">
            <a:off x="4096433" y="3319272"/>
            <a:ext cx="3593700" cy="4023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rt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369" name="Google Shape;369;p8"/>
          <p:cNvCxnSpPr/>
          <p:nvPr/>
        </p:nvCxnSpPr>
        <p:spPr>
          <a:xfrm flipH="1">
            <a:off x="4945989" y="523125"/>
            <a:ext cx="1825800" cy="126000"/>
          </a:xfrm>
          <a:prstGeom prst="straightConnector1">
            <a:avLst/>
          </a:prstGeom>
          <a:noFill/>
          <a:ln cap="flat" cmpd="sng" w="9525">
            <a:solidFill>
              <a:schemeClr val="dk1"/>
            </a:solidFill>
            <a:prstDash val="solid"/>
            <a:round/>
            <a:headEnd len="med" w="med" type="none"/>
            <a:tailEnd len="med" w="med" type="none"/>
          </a:ln>
        </p:spPr>
      </p:cxnSp>
      <p:cxnSp>
        <p:nvCxnSpPr>
          <p:cNvPr id="370" name="Google Shape;370;p8"/>
          <p:cNvCxnSpPr/>
          <p:nvPr/>
        </p:nvCxnSpPr>
        <p:spPr>
          <a:xfrm rot="10800000">
            <a:off x="6786504" y="529675"/>
            <a:ext cx="905400" cy="743400"/>
          </a:xfrm>
          <a:prstGeom prst="straightConnector1">
            <a:avLst/>
          </a:prstGeom>
          <a:noFill/>
          <a:ln cap="flat" cmpd="sng" w="9525">
            <a:solidFill>
              <a:schemeClr val="dk1"/>
            </a:solidFill>
            <a:prstDash val="solid"/>
            <a:round/>
            <a:headEnd len="med" w="med" type="none"/>
            <a:tailEnd len="med" w="med" type="none"/>
          </a:ln>
        </p:spPr>
      </p:cxnSp>
      <p:cxnSp>
        <p:nvCxnSpPr>
          <p:cNvPr id="371" name="Google Shape;371;p8"/>
          <p:cNvCxnSpPr/>
          <p:nvPr/>
        </p:nvCxnSpPr>
        <p:spPr>
          <a:xfrm flipH="1">
            <a:off x="7699144" y="65200"/>
            <a:ext cx="869400" cy="1188000"/>
          </a:xfrm>
          <a:prstGeom prst="straightConnector1">
            <a:avLst/>
          </a:prstGeom>
          <a:noFill/>
          <a:ln cap="flat" cmpd="sng" w="9525">
            <a:solidFill>
              <a:schemeClr val="dk1"/>
            </a:solidFill>
            <a:prstDash val="solid"/>
            <a:round/>
            <a:headEnd len="med" w="med" type="none"/>
            <a:tailEnd len="med" w="med" type="none"/>
          </a:ln>
        </p:spPr>
      </p:cxnSp>
      <p:grpSp>
        <p:nvGrpSpPr>
          <p:cNvPr id="372" name="Google Shape;372;p8"/>
          <p:cNvGrpSpPr/>
          <p:nvPr/>
        </p:nvGrpSpPr>
        <p:grpSpPr>
          <a:xfrm>
            <a:off x="7387955" y="959675"/>
            <a:ext cx="635093" cy="582350"/>
            <a:chOff x="8064275" y="887850"/>
            <a:chExt cx="581800" cy="582350"/>
          </a:xfrm>
        </p:grpSpPr>
        <p:sp>
          <p:nvSpPr>
            <p:cNvPr id="373" name="Google Shape;373;p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 name="Google Shape;379;p8"/>
          <p:cNvGrpSpPr/>
          <p:nvPr/>
        </p:nvGrpSpPr>
        <p:grpSpPr>
          <a:xfrm>
            <a:off x="6611582" y="388100"/>
            <a:ext cx="318774" cy="292575"/>
            <a:chOff x="7353050" y="316275"/>
            <a:chExt cx="292025" cy="292575"/>
          </a:xfrm>
        </p:grpSpPr>
        <p:sp>
          <p:nvSpPr>
            <p:cNvPr id="380" name="Google Shape;380;p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8"/>
          <p:cNvSpPr/>
          <p:nvPr/>
        </p:nvSpPr>
        <p:spPr>
          <a:xfrm>
            <a:off x="4797048" y="497632"/>
            <a:ext cx="315081"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8"/>
          <p:cNvSpPr/>
          <p:nvPr/>
        </p:nvSpPr>
        <p:spPr>
          <a:xfrm>
            <a:off x="4794586" y="495100"/>
            <a:ext cx="319990"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8"/>
          <p:cNvSpPr/>
          <p:nvPr/>
        </p:nvSpPr>
        <p:spPr>
          <a:xfrm>
            <a:off x="4836881" y="534134"/>
            <a:ext cx="235400"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
          <p:cNvSpPr/>
          <p:nvPr/>
        </p:nvSpPr>
        <p:spPr>
          <a:xfrm>
            <a:off x="4834433" y="531602"/>
            <a:ext cx="240309"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8"/>
          <p:cNvSpPr/>
          <p:nvPr/>
        </p:nvSpPr>
        <p:spPr>
          <a:xfrm>
            <a:off x="4880097" y="573709"/>
            <a:ext cx="148665"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8"/>
          <p:cNvSpPr/>
          <p:nvPr/>
        </p:nvSpPr>
        <p:spPr>
          <a:xfrm>
            <a:off x="4877649" y="571467"/>
            <a:ext cx="153876"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 name="Google Shape;390;p8"/>
          <p:cNvGrpSpPr/>
          <p:nvPr/>
        </p:nvGrpSpPr>
        <p:grpSpPr>
          <a:xfrm>
            <a:off x="4526945" y="361100"/>
            <a:ext cx="191044" cy="27000"/>
            <a:chOff x="5662375" y="212375"/>
            <a:chExt cx="175013" cy="27000"/>
          </a:xfrm>
        </p:grpSpPr>
        <p:sp>
          <p:nvSpPr>
            <p:cNvPr id="391" name="Google Shape;391;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 name="Google Shape;394;p8"/>
          <p:cNvGrpSpPr/>
          <p:nvPr/>
        </p:nvGrpSpPr>
        <p:grpSpPr>
          <a:xfrm>
            <a:off x="7852840" y="242700"/>
            <a:ext cx="191044" cy="27000"/>
            <a:chOff x="5662375" y="212375"/>
            <a:chExt cx="175013" cy="27000"/>
          </a:xfrm>
        </p:grpSpPr>
        <p:sp>
          <p:nvSpPr>
            <p:cNvPr id="395" name="Google Shape;395;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 name="Google Shape;398;p8"/>
          <p:cNvGrpSpPr/>
          <p:nvPr/>
        </p:nvGrpSpPr>
        <p:grpSpPr>
          <a:xfrm>
            <a:off x="7392932" y="1653625"/>
            <a:ext cx="191044" cy="27000"/>
            <a:chOff x="5662375" y="212375"/>
            <a:chExt cx="175013" cy="27000"/>
          </a:xfrm>
        </p:grpSpPr>
        <p:sp>
          <p:nvSpPr>
            <p:cNvPr id="399" name="Google Shape;399;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02" name="Google Shape;402;p8"/>
          <p:cNvCxnSpPr/>
          <p:nvPr/>
        </p:nvCxnSpPr>
        <p:spPr>
          <a:xfrm flipH="1">
            <a:off x="6441621" y="4212400"/>
            <a:ext cx="1263000" cy="542700"/>
          </a:xfrm>
          <a:prstGeom prst="straightConnector1">
            <a:avLst/>
          </a:prstGeom>
          <a:noFill/>
          <a:ln cap="flat" cmpd="sng" w="9525">
            <a:solidFill>
              <a:schemeClr val="dk1"/>
            </a:solidFill>
            <a:prstDash val="solid"/>
            <a:round/>
            <a:headEnd len="med" w="med" type="none"/>
            <a:tailEnd len="med" w="med" type="none"/>
          </a:ln>
        </p:spPr>
      </p:cxnSp>
      <p:cxnSp>
        <p:nvCxnSpPr>
          <p:cNvPr id="403" name="Google Shape;403;p8"/>
          <p:cNvCxnSpPr/>
          <p:nvPr/>
        </p:nvCxnSpPr>
        <p:spPr>
          <a:xfrm rot="10800000">
            <a:off x="7704544" y="4220425"/>
            <a:ext cx="864000" cy="836400"/>
          </a:xfrm>
          <a:prstGeom prst="straightConnector1">
            <a:avLst/>
          </a:prstGeom>
          <a:noFill/>
          <a:ln cap="flat" cmpd="sng" w="9525">
            <a:solidFill>
              <a:schemeClr val="dk1"/>
            </a:solidFill>
            <a:prstDash val="solid"/>
            <a:round/>
            <a:headEnd len="med" w="med" type="none"/>
            <a:tailEnd len="med" w="med" type="none"/>
          </a:ln>
        </p:spPr>
      </p:cxnSp>
      <p:grpSp>
        <p:nvGrpSpPr>
          <p:cNvPr id="404" name="Google Shape;404;p8"/>
          <p:cNvGrpSpPr/>
          <p:nvPr/>
        </p:nvGrpSpPr>
        <p:grpSpPr>
          <a:xfrm flipH="1" rot="10800000">
            <a:off x="7387955" y="3940925"/>
            <a:ext cx="635093" cy="582350"/>
            <a:chOff x="8064275" y="887850"/>
            <a:chExt cx="581800" cy="582350"/>
          </a:xfrm>
        </p:grpSpPr>
        <p:sp>
          <p:nvSpPr>
            <p:cNvPr id="405" name="Google Shape;405;p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 name="Google Shape;411;p8"/>
          <p:cNvGrpSpPr/>
          <p:nvPr/>
        </p:nvGrpSpPr>
        <p:grpSpPr>
          <a:xfrm flipH="1" rot="10800000">
            <a:off x="6263158" y="4586750"/>
            <a:ext cx="318774" cy="292575"/>
            <a:chOff x="7353050" y="316275"/>
            <a:chExt cx="292025" cy="292575"/>
          </a:xfrm>
        </p:grpSpPr>
        <p:sp>
          <p:nvSpPr>
            <p:cNvPr id="412" name="Google Shape;412;p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 name="Google Shape;416;p8"/>
          <p:cNvGrpSpPr/>
          <p:nvPr/>
        </p:nvGrpSpPr>
        <p:grpSpPr>
          <a:xfrm flipH="1" rot="10800000">
            <a:off x="8145170" y="4645550"/>
            <a:ext cx="191030" cy="175000"/>
            <a:chOff x="8792300" y="321275"/>
            <a:chExt cx="175000" cy="175000"/>
          </a:xfrm>
        </p:grpSpPr>
        <p:sp>
          <p:nvSpPr>
            <p:cNvPr id="417" name="Google Shape;417;p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 name="Google Shape;421;p8"/>
          <p:cNvGrpSpPr/>
          <p:nvPr/>
        </p:nvGrpSpPr>
        <p:grpSpPr>
          <a:xfrm flipH="1" rot="10800000">
            <a:off x="7852840" y="4852325"/>
            <a:ext cx="191044" cy="27000"/>
            <a:chOff x="5662375" y="212375"/>
            <a:chExt cx="175013" cy="27000"/>
          </a:xfrm>
        </p:grpSpPr>
        <p:sp>
          <p:nvSpPr>
            <p:cNvPr id="422" name="Google Shape;422;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5" name="Google Shape;425;p8"/>
          <p:cNvGrpSpPr/>
          <p:nvPr/>
        </p:nvGrpSpPr>
        <p:grpSpPr>
          <a:xfrm flipH="1" rot="10800000">
            <a:off x="7226567" y="3898600"/>
            <a:ext cx="191044" cy="27000"/>
            <a:chOff x="5662375" y="212375"/>
            <a:chExt cx="175013" cy="27000"/>
          </a:xfrm>
        </p:grpSpPr>
        <p:sp>
          <p:nvSpPr>
            <p:cNvPr id="426" name="Google Shape;426;p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9" name="Shape 429"/>
        <p:cNvGrpSpPr/>
        <p:nvPr/>
      </p:nvGrpSpPr>
      <p:grpSpPr>
        <a:xfrm>
          <a:off x="0" y="0"/>
          <a:ext cx="0" cy="0"/>
          <a:chOff x="0" y="0"/>
          <a:chExt cx="0" cy="0"/>
        </a:xfrm>
      </p:grpSpPr>
      <p:grpSp>
        <p:nvGrpSpPr>
          <p:cNvPr id="430" name="Google Shape;430;p9"/>
          <p:cNvGrpSpPr/>
          <p:nvPr/>
        </p:nvGrpSpPr>
        <p:grpSpPr>
          <a:xfrm>
            <a:off x="1349626" y="598417"/>
            <a:ext cx="6453730" cy="3631136"/>
            <a:chOff x="365750" y="1285025"/>
            <a:chExt cx="6934275" cy="3315500"/>
          </a:xfrm>
        </p:grpSpPr>
        <p:sp>
          <p:nvSpPr>
            <p:cNvPr id="431" name="Google Shape;431;p9"/>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9"/>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3" name="Google Shape;433;p9"/>
          <p:cNvSpPr txBox="1"/>
          <p:nvPr>
            <p:ph type="title"/>
          </p:nvPr>
        </p:nvSpPr>
        <p:spPr>
          <a:xfrm>
            <a:off x="2624328" y="1620753"/>
            <a:ext cx="3904500" cy="190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434" name="Google Shape;434;p9"/>
          <p:cNvGrpSpPr/>
          <p:nvPr/>
        </p:nvGrpSpPr>
        <p:grpSpPr>
          <a:xfrm>
            <a:off x="-6867" y="-6625"/>
            <a:ext cx="9152342" cy="5102050"/>
            <a:chOff x="-6867" y="-6625"/>
            <a:chExt cx="9152342" cy="5102050"/>
          </a:xfrm>
        </p:grpSpPr>
        <p:cxnSp>
          <p:nvCxnSpPr>
            <p:cNvPr id="435" name="Google Shape;435;p9"/>
            <p:cNvCxnSpPr/>
            <p:nvPr/>
          </p:nvCxnSpPr>
          <p:spPr>
            <a:xfrm>
              <a:off x="2904283" y="4513075"/>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436" name="Google Shape;436;p9"/>
            <p:cNvCxnSpPr/>
            <p:nvPr/>
          </p:nvCxnSpPr>
          <p:spPr>
            <a:xfrm flipH="1" rot="10800000">
              <a:off x="1562083" y="4492325"/>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437" name="Google Shape;437;p9"/>
            <p:cNvCxnSpPr/>
            <p:nvPr/>
          </p:nvCxnSpPr>
          <p:spPr>
            <a:xfrm>
              <a:off x="259558" y="4408000"/>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438" name="Google Shape;438;p9"/>
            <p:cNvCxnSpPr/>
            <p:nvPr/>
          </p:nvCxnSpPr>
          <p:spPr>
            <a:xfrm>
              <a:off x="-6867" y="399355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439" name="Google Shape;439;p9"/>
            <p:cNvGrpSpPr/>
            <p:nvPr/>
          </p:nvGrpSpPr>
          <p:grpSpPr>
            <a:xfrm flipH="1">
              <a:off x="1278333" y="4513075"/>
              <a:ext cx="581800" cy="582350"/>
              <a:chOff x="8064275" y="887850"/>
              <a:chExt cx="581800" cy="582350"/>
            </a:xfrm>
          </p:grpSpPr>
          <p:sp>
            <p:nvSpPr>
              <p:cNvPr id="440" name="Google Shape;440;p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 name="Google Shape;446;p9"/>
            <p:cNvGrpSpPr/>
            <p:nvPr/>
          </p:nvGrpSpPr>
          <p:grpSpPr>
            <a:xfrm flipH="1">
              <a:off x="2747608" y="4340463"/>
              <a:ext cx="292025" cy="292575"/>
              <a:chOff x="7353050" y="316275"/>
              <a:chExt cx="292025" cy="292575"/>
            </a:xfrm>
          </p:grpSpPr>
          <p:sp>
            <p:nvSpPr>
              <p:cNvPr id="447" name="Google Shape;447;p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 name="Google Shape;451;p9"/>
            <p:cNvGrpSpPr/>
            <p:nvPr/>
          </p:nvGrpSpPr>
          <p:grpSpPr>
            <a:xfrm flipH="1">
              <a:off x="171308" y="4315025"/>
              <a:ext cx="175000" cy="175000"/>
              <a:chOff x="8792300" y="321275"/>
              <a:chExt cx="175000" cy="175000"/>
            </a:xfrm>
          </p:grpSpPr>
          <p:sp>
            <p:nvSpPr>
              <p:cNvPr id="452" name="Google Shape;452;p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 name="Google Shape;456;p9"/>
            <p:cNvGrpSpPr/>
            <p:nvPr/>
          </p:nvGrpSpPr>
          <p:grpSpPr>
            <a:xfrm>
              <a:off x="3873197" y="4657550"/>
              <a:ext cx="293111" cy="293388"/>
              <a:chOff x="3164039" y="430875"/>
              <a:chExt cx="293111" cy="293388"/>
            </a:xfrm>
          </p:grpSpPr>
          <p:sp>
            <p:nvSpPr>
              <p:cNvPr id="457" name="Google Shape;457;p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9"/>
            <p:cNvGrpSpPr/>
            <p:nvPr/>
          </p:nvGrpSpPr>
          <p:grpSpPr>
            <a:xfrm flipH="1">
              <a:off x="242270" y="4142425"/>
              <a:ext cx="175013" cy="27000"/>
              <a:chOff x="5662375" y="212375"/>
              <a:chExt cx="175013" cy="27000"/>
            </a:xfrm>
          </p:grpSpPr>
          <p:sp>
            <p:nvSpPr>
              <p:cNvPr id="464" name="Google Shape;464;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67" name="Google Shape;467;p9"/>
            <p:cNvCxnSpPr/>
            <p:nvPr/>
          </p:nvCxnSpPr>
          <p:spPr>
            <a:xfrm rot="10800000">
              <a:off x="5995050" y="226600"/>
              <a:ext cx="1504500" cy="224700"/>
            </a:xfrm>
            <a:prstGeom prst="straightConnector1">
              <a:avLst/>
            </a:prstGeom>
            <a:noFill/>
            <a:ln cap="flat" cmpd="sng" w="9525">
              <a:solidFill>
                <a:schemeClr val="dk1"/>
              </a:solidFill>
              <a:prstDash val="solid"/>
              <a:round/>
              <a:headEnd len="med" w="med" type="none"/>
              <a:tailEnd len="med" w="med" type="none"/>
            </a:ln>
          </p:spPr>
        </p:cxnSp>
        <p:cxnSp>
          <p:nvCxnSpPr>
            <p:cNvPr id="468" name="Google Shape;468;p9"/>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469" name="Google Shape;469;p9"/>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470" name="Google Shape;470;p9"/>
            <p:cNvGrpSpPr/>
            <p:nvPr/>
          </p:nvGrpSpPr>
          <p:grpSpPr>
            <a:xfrm>
              <a:off x="8064275" y="1040250"/>
              <a:ext cx="581800" cy="582350"/>
              <a:chOff x="8064275" y="887850"/>
              <a:chExt cx="581800" cy="582350"/>
            </a:xfrm>
          </p:grpSpPr>
          <p:sp>
            <p:nvSpPr>
              <p:cNvPr id="471" name="Google Shape;471;p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 name="Google Shape;477;p9"/>
            <p:cNvGrpSpPr/>
            <p:nvPr/>
          </p:nvGrpSpPr>
          <p:grpSpPr>
            <a:xfrm>
              <a:off x="7353050" y="316275"/>
              <a:ext cx="292025" cy="292575"/>
              <a:chOff x="7353050" y="316275"/>
              <a:chExt cx="292025" cy="292575"/>
            </a:xfrm>
          </p:grpSpPr>
          <p:sp>
            <p:nvSpPr>
              <p:cNvPr id="478" name="Google Shape;478;p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 name="Google Shape;482;p9"/>
            <p:cNvGrpSpPr/>
            <p:nvPr/>
          </p:nvGrpSpPr>
          <p:grpSpPr>
            <a:xfrm>
              <a:off x="8792300" y="321275"/>
              <a:ext cx="175000" cy="175000"/>
              <a:chOff x="8792300" y="321275"/>
              <a:chExt cx="175000" cy="175000"/>
            </a:xfrm>
          </p:grpSpPr>
          <p:sp>
            <p:nvSpPr>
              <p:cNvPr id="483" name="Google Shape;483;p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7" name="Google Shape;487;p9"/>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9"/>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9"/>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9"/>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9"/>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9"/>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 name="Google Shape;493;p9"/>
            <p:cNvGrpSpPr/>
            <p:nvPr/>
          </p:nvGrpSpPr>
          <p:grpSpPr>
            <a:xfrm>
              <a:off x="8490050" y="17087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 name="Google Shape;497;p9"/>
            <p:cNvGrpSpPr/>
            <p:nvPr/>
          </p:nvGrpSpPr>
          <p:grpSpPr>
            <a:xfrm>
              <a:off x="8678350" y="16580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1" name="Shape 501"/>
        <p:cNvGrpSpPr/>
        <p:nvPr/>
      </p:nvGrpSpPr>
      <p:grpSpPr>
        <a:xfrm>
          <a:off x="0" y="0"/>
          <a:ext cx="0" cy="0"/>
          <a:chOff x="0" y="0"/>
          <a:chExt cx="0" cy="0"/>
        </a:xfrm>
      </p:grpSpPr>
      <p:sp>
        <p:nvSpPr>
          <p:cNvPr id="502" name="Google Shape;502;p10"/>
          <p:cNvSpPr txBox="1"/>
          <p:nvPr>
            <p:ph type="title"/>
          </p:nvPr>
        </p:nvSpPr>
        <p:spPr>
          <a:xfrm>
            <a:off x="896112" y="2039112"/>
            <a:ext cx="3566100" cy="1362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3" name="Google Shape;503;p10"/>
          <p:cNvSpPr txBox="1"/>
          <p:nvPr>
            <p:ph idx="1" type="body"/>
          </p:nvPr>
        </p:nvSpPr>
        <p:spPr>
          <a:xfrm>
            <a:off x="4899150" y="821850"/>
            <a:ext cx="3096000" cy="3478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indent="-317500" lvl="1" marL="9144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indent="-317500" lvl="2" marL="13716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indent="-317500" lvl="3" marL="18288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indent="-317500" lvl="4" marL="22860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indent="-317500" lvl="5" marL="27432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indent="-317500" lvl="6" marL="32004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indent="-317500" lvl="7" marL="36576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indent="-317500" lvl="8" marL="41148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p:txBody>
      </p:sp>
      <p:cxnSp>
        <p:nvCxnSpPr>
          <p:cNvPr id="504" name="Google Shape;504;p10"/>
          <p:cNvCxnSpPr/>
          <p:nvPr/>
        </p:nvCxnSpPr>
        <p:spPr>
          <a:xfrm>
            <a:off x="1645925" y="5231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505" name="Google Shape;505;p10"/>
          <p:cNvCxnSpPr/>
          <p:nvPr/>
        </p:nvCxnSpPr>
        <p:spPr>
          <a:xfrm flipH="1" rot="10800000">
            <a:off x="803050" y="529675"/>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506" name="Google Shape;506;p10"/>
          <p:cNvCxnSpPr/>
          <p:nvPr/>
        </p:nvCxnSpPr>
        <p:spPr>
          <a:xfrm>
            <a:off x="0" y="6520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507" name="Google Shape;507;p10"/>
          <p:cNvGrpSpPr/>
          <p:nvPr/>
        </p:nvGrpSpPr>
        <p:grpSpPr>
          <a:xfrm flipH="1">
            <a:off x="499400" y="959675"/>
            <a:ext cx="581800" cy="582350"/>
            <a:chOff x="8064275" y="887850"/>
            <a:chExt cx="581800" cy="582350"/>
          </a:xfrm>
        </p:grpSpPr>
        <p:sp>
          <p:nvSpPr>
            <p:cNvPr id="508" name="Google Shape;508;p1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 name="Google Shape;514;p10"/>
          <p:cNvGrpSpPr/>
          <p:nvPr/>
        </p:nvGrpSpPr>
        <p:grpSpPr>
          <a:xfrm flipH="1">
            <a:off x="1500400" y="388100"/>
            <a:ext cx="292025" cy="292575"/>
            <a:chOff x="7353050" y="316275"/>
            <a:chExt cx="292025" cy="292575"/>
          </a:xfrm>
        </p:grpSpPr>
        <p:sp>
          <p:nvSpPr>
            <p:cNvPr id="515" name="Google Shape;515;p1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 name="Google Shape;519;p10"/>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0"/>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0"/>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0"/>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0"/>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0"/>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 name="Google Shape;525;p10"/>
          <p:cNvGrpSpPr/>
          <p:nvPr/>
        </p:nvGrpSpPr>
        <p:grpSpPr>
          <a:xfrm flipH="1">
            <a:off x="3527112" y="361100"/>
            <a:ext cx="175013" cy="27000"/>
            <a:chOff x="5662375" y="212375"/>
            <a:chExt cx="175013" cy="27000"/>
          </a:xfrm>
        </p:grpSpPr>
        <p:sp>
          <p:nvSpPr>
            <p:cNvPr id="526" name="Google Shape;526;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10"/>
          <p:cNvGrpSpPr/>
          <p:nvPr/>
        </p:nvGrpSpPr>
        <p:grpSpPr>
          <a:xfrm flipH="1">
            <a:off x="480412" y="242700"/>
            <a:ext cx="175013" cy="27000"/>
            <a:chOff x="5662375" y="212375"/>
            <a:chExt cx="175013" cy="27000"/>
          </a:xfrm>
        </p:grpSpPr>
        <p:sp>
          <p:nvSpPr>
            <p:cNvPr id="530" name="Google Shape;530;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 name="Google Shape;533;p10"/>
          <p:cNvGrpSpPr/>
          <p:nvPr/>
        </p:nvGrpSpPr>
        <p:grpSpPr>
          <a:xfrm flipH="1">
            <a:off x="901712" y="1653625"/>
            <a:ext cx="175013" cy="27000"/>
            <a:chOff x="5662375" y="212375"/>
            <a:chExt cx="175013" cy="27000"/>
          </a:xfrm>
        </p:grpSpPr>
        <p:sp>
          <p:nvSpPr>
            <p:cNvPr id="534" name="Google Shape;534;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37" name="Google Shape;537;p10"/>
          <p:cNvCxnSpPr/>
          <p:nvPr/>
        </p:nvCxnSpPr>
        <p:spPr>
          <a:xfrm>
            <a:off x="791400" y="42124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538" name="Google Shape;538;p10"/>
          <p:cNvCxnSpPr/>
          <p:nvPr/>
        </p:nvCxnSpPr>
        <p:spPr>
          <a:xfrm flipH="1" rot="10800000">
            <a:off x="0" y="42204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539" name="Google Shape;539;p10"/>
          <p:cNvGrpSpPr/>
          <p:nvPr/>
        </p:nvGrpSpPr>
        <p:grpSpPr>
          <a:xfrm rot="10800000">
            <a:off x="499400" y="3940925"/>
            <a:ext cx="581800" cy="582350"/>
            <a:chOff x="8064275" y="887850"/>
            <a:chExt cx="581800" cy="582350"/>
          </a:xfrm>
        </p:grpSpPr>
        <p:sp>
          <p:nvSpPr>
            <p:cNvPr id="540" name="Google Shape;540;p1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10"/>
          <p:cNvGrpSpPr/>
          <p:nvPr/>
        </p:nvGrpSpPr>
        <p:grpSpPr>
          <a:xfrm rot="10800000">
            <a:off x="1819575" y="4586750"/>
            <a:ext cx="292025" cy="292575"/>
            <a:chOff x="7353050" y="316275"/>
            <a:chExt cx="292025" cy="292575"/>
          </a:xfrm>
        </p:grpSpPr>
        <p:sp>
          <p:nvSpPr>
            <p:cNvPr id="547" name="Google Shape;547;p1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 name="Google Shape;551;p10"/>
          <p:cNvGrpSpPr/>
          <p:nvPr/>
        </p:nvGrpSpPr>
        <p:grpSpPr>
          <a:xfrm rot="10800000">
            <a:off x="212525" y="4645550"/>
            <a:ext cx="175000" cy="175000"/>
            <a:chOff x="8792300" y="321275"/>
            <a:chExt cx="175000" cy="175000"/>
          </a:xfrm>
        </p:grpSpPr>
        <p:sp>
          <p:nvSpPr>
            <p:cNvPr id="552" name="Google Shape;552;p1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 name="Google Shape;556;p10"/>
          <p:cNvGrpSpPr/>
          <p:nvPr/>
        </p:nvGrpSpPr>
        <p:grpSpPr>
          <a:xfrm rot="10800000">
            <a:off x="480412" y="4852325"/>
            <a:ext cx="175013" cy="27000"/>
            <a:chOff x="5662375" y="212375"/>
            <a:chExt cx="175013" cy="27000"/>
          </a:xfrm>
        </p:grpSpPr>
        <p:sp>
          <p:nvSpPr>
            <p:cNvPr id="557" name="Google Shape;557;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 name="Google Shape;560;p10"/>
          <p:cNvGrpSpPr/>
          <p:nvPr/>
        </p:nvGrpSpPr>
        <p:grpSpPr>
          <a:xfrm rot="10800000">
            <a:off x="1054112" y="3898600"/>
            <a:ext cx="175013" cy="27000"/>
            <a:chOff x="5662375" y="212375"/>
            <a:chExt cx="175013" cy="27000"/>
          </a:xfrm>
        </p:grpSpPr>
        <p:sp>
          <p:nvSpPr>
            <p:cNvPr id="561" name="Google Shape;561;p10"/>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0"/>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0"/>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4" name="Shape 564"/>
        <p:cNvGrpSpPr/>
        <p:nvPr/>
      </p:nvGrpSpPr>
      <p:grpSpPr>
        <a:xfrm>
          <a:off x="0" y="0"/>
          <a:ext cx="0" cy="0"/>
          <a:chOff x="0" y="0"/>
          <a:chExt cx="0" cy="0"/>
        </a:xfrm>
      </p:grpSpPr>
      <p:sp>
        <p:nvSpPr>
          <p:cNvPr id="565" name="Google Shape;565;p11"/>
          <p:cNvSpPr txBox="1"/>
          <p:nvPr>
            <p:ph idx="1" type="body"/>
          </p:nvPr>
        </p:nvSpPr>
        <p:spPr>
          <a:xfrm>
            <a:off x="1122050" y="1947672"/>
            <a:ext cx="2788800" cy="13626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p:txBody>
      </p:sp>
      <p:sp>
        <p:nvSpPr>
          <p:cNvPr id="566" name="Google Shape;566;p11"/>
          <p:cNvSpPr txBox="1"/>
          <p:nvPr>
            <p:ph type="title"/>
          </p:nvPr>
        </p:nvSpPr>
        <p:spPr>
          <a:xfrm>
            <a:off x="2100600" y="347472"/>
            <a:ext cx="4947000" cy="585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cxnSp>
        <p:nvCxnSpPr>
          <p:cNvPr id="567" name="Google Shape;567;p11"/>
          <p:cNvCxnSpPr/>
          <p:nvPr/>
        </p:nvCxnSpPr>
        <p:spPr>
          <a:xfrm>
            <a:off x="590450" y="4340600"/>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568" name="Google Shape;568;p11"/>
          <p:cNvCxnSpPr/>
          <p:nvPr/>
        </p:nvCxnSpPr>
        <p:spPr>
          <a:xfrm flipH="1" rot="10800000">
            <a:off x="7975" y="4332600"/>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569" name="Google Shape;569;p11"/>
          <p:cNvGrpSpPr/>
          <p:nvPr/>
        </p:nvGrpSpPr>
        <p:grpSpPr>
          <a:xfrm flipH="1">
            <a:off x="431725" y="4183775"/>
            <a:ext cx="292025" cy="292575"/>
            <a:chOff x="7353050" y="316275"/>
            <a:chExt cx="292025" cy="292575"/>
          </a:xfrm>
        </p:grpSpPr>
        <p:sp>
          <p:nvSpPr>
            <p:cNvPr id="570" name="Google Shape;570;p1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1"/>
          <p:cNvGrpSpPr/>
          <p:nvPr/>
        </p:nvGrpSpPr>
        <p:grpSpPr>
          <a:xfrm>
            <a:off x="1646714" y="4616575"/>
            <a:ext cx="293111" cy="293388"/>
            <a:chOff x="3164039" y="430875"/>
            <a:chExt cx="293111" cy="293388"/>
          </a:xfrm>
        </p:grpSpPr>
        <p:sp>
          <p:nvSpPr>
            <p:cNvPr id="575" name="Google Shape;575;p1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1" name="Google Shape;581;p11"/>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582" name="Google Shape;582;p11"/>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583" name="Google Shape;583;p11"/>
          <p:cNvGrpSpPr/>
          <p:nvPr/>
        </p:nvGrpSpPr>
        <p:grpSpPr>
          <a:xfrm>
            <a:off x="8064275" y="526925"/>
            <a:ext cx="581800" cy="582350"/>
            <a:chOff x="8064275" y="887850"/>
            <a:chExt cx="581800" cy="582350"/>
          </a:xfrm>
        </p:grpSpPr>
        <p:sp>
          <p:nvSpPr>
            <p:cNvPr id="584" name="Google Shape;584;p1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 name="Google Shape;590;p11"/>
          <p:cNvGrpSpPr/>
          <p:nvPr/>
        </p:nvGrpSpPr>
        <p:grpSpPr>
          <a:xfrm>
            <a:off x="7033875" y="170875"/>
            <a:ext cx="292025" cy="292575"/>
            <a:chOff x="7353050" y="316275"/>
            <a:chExt cx="292025" cy="292575"/>
          </a:xfrm>
        </p:grpSpPr>
        <p:sp>
          <p:nvSpPr>
            <p:cNvPr id="591" name="Google Shape;591;p1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 name="Google Shape;595;p11"/>
          <p:cNvGrpSpPr/>
          <p:nvPr/>
        </p:nvGrpSpPr>
        <p:grpSpPr>
          <a:xfrm>
            <a:off x="8757950" y="229650"/>
            <a:ext cx="175000" cy="175000"/>
            <a:chOff x="8792300" y="321275"/>
            <a:chExt cx="175000" cy="175000"/>
          </a:xfrm>
        </p:grpSpPr>
        <p:sp>
          <p:nvSpPr>
            <p:cNvPr id="596" name="Google Shape;596;p1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11"/>
          <p:cNvGrpSpPr/>
          <p:nvPr/>
        </p:nvGrpSpPr>
        <p:grpSpPr>
          <a:xfrm>
            <a:off x="8490050" y="170875"/>
            <a:ext cx="175013" cy="27000"/>
            <a:chOff x="5662375" y="212375"/>
            <a:chExt cx="175013" cy="27000"/>
          </a:xfrm>
        </p:grpSpPr>
        <p:sp>
          <p:nvSpPr>
            <p:cNvPr id="601" name="Google Shape;601;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 name="Google Shape;604;p11"/>
          <p:cNvGrpSpPr/>
          <p:nvPr/>
        </p:nvGrpSpPr>
        <p:grpSpPr>
          <a:xfrm>
            <a:off x="7916350" y="1124600"/>
            <a:ext cx="175013" cy="27000"/>
            <a:chOff x="5662375" y="212375"/>
            <a:chExt cx="175013" cy="27000"/>
          </a:xfrm>
        </p:grpSpPr>
        <p:sp>
          <p:nvSpPr>
            <p:cNvPr id="605" name="Google Shape;605;p11"/>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8" name="Shape 608"/>
        <p:cNvGrpSpPr/>
        <p:nvPr/>
      </p:nvGrpSpPr>
      <p:grpSpPr>
        <a:xfrm>
          <a:off x="0" y="0"/>
          <a:ext cx="0" cy="0"/>
          <a:chOff x="0" y="0"/>
          <a:chExt cx="0" cy="0"/>
        </a:xfrm>
      </p:grpSpPr>
      <p:grpSp>
        <p:nvGrpSpPr>
          <p:cNvPr id="609" name="Google Shape;609;p12"/>
          <p:cNvGrpSpPr/>
          <p:nvPr/>
        </p:nvGrpSpPr>
        <p:grpSpPr>
          <a:xfrm rot="10800000">
            <a:off x="1954823" y="1124844"/>
            <a:ext cx="5234354" cy="3069144"/>
            <a:chOff x="1098425" y="237675"/>
            <a:chExt cx="5358675" cy="5174750"/>
          </a:xfrm>
        </p:grpSpPr>
        <p:sp>
          <p:nvSpPr>
            <p:cNvPr id="610" name="Google Shape;610;p12"/>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2"/>
            <p:cNvSpPr/>
            <p:nvPr/>
          </p:nvSpPr>
          <p:spPr>
            <a:xfrm>
              <a:off x="1098425" y="237675"/>
              <a:ext cx="5358675" cy="5173850"/>
            </a:xfrm>
            <a:custGeom>
              <a:rect b="b" l="l" r="r" t="t"/>
              <a:pathLst>
                <a:path extrusionOk="0" h="206954" w="214347">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2"/>
            <p:cNvSpPr/>
            <p:nvPr/>
          </p:nvSpPr>
          <p:spPr>
            <a:xfrm>
              <a:off x="1119425" y="238125"/>
              <a:ext cx="5331675" cy="5174300"/>
            </a:xfrm>
            <a:custGeom>
              <a:rect b="b" l="l" r="r" t="t"/>
              <a:pathLst>
                <a:path extrusionOk="0" h="206972" w="213267">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3" name="Google Shape;613;p12"/>
          <p:cNvSpPr txBox="1"/>
          <p:nvPr>
            <p:ph idx="1" type="subTitle"/>
          </p:nvPr>
        </p:nvSpPr>
        <p:spPr>
          <a:xfrm>
            <a:off x="3227832" y="2816352"/>
            <a:ext cx="2679300" cy="658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cxnSp>
        <p:nvCxnSpPr>
          <p:cNvPr id="614" name="Google Shape;614;p12"/>
          <p:cNvCxnSpPr/>
          <p:nvPr/>
        </p:nvCxnSpPr>
        <p:spPr>
          <a:xfrm rot="5400000">
            <a:off x="7269708" y="3324550"/>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615" name="Google Shape;615;p12"/>
          <p:cNvCxnSpPr/>
          <p:nvPr/>
        </p:nvCxnSpPr>
        <p:spPr>
          <a:xfrm flipH="1" rot="-5400000">
            <a:off x="7181408" y="2082400"/>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616" name="Google Shape;616;p12"/>
          <p:cNvCxnSpPr/>
          <p:nvPr/>
        </p:nvCxnSpPr>
        <p:spPr>
          <a:xfrm rot="5400000">
            <a:off x="7232433" y="736375"/>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617" name="Google Shape;617;p12"/>
          <p:cNvCxnSpPr/>
          <p:nvPr/>
        </p:nvCxnSpPr>
        <p:spPr>
          <a:xfrm rot="5400000">
            <a:off x="8168433" y="-6660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618" name="Google Shape;618;p12"/>
          <p:cNvGrpSpPr/>
          <p:nvPr/>
        </p:nvGrpSpPr>
        <p:grpSpPr>
          <a:xfrm flipH="1" rot="5400000">
            <a:off x="7407333" y="1284925"/>
            <a:ext cx="581800" cy="582350"/>
            <a:chOff x="8064275" y="887850"/>
            <a:chExt cx="581800" cy="582350"/>
          </a:xfrm>
        </p:grpSpPr>
        <p:sp>
          <p:nvSpPr>
            <p:cNvPr id="619" name="Google Shape;619;p1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5" name="Google Shape;625;p12"/>
          <p:cNvGrpSpPr/>
          <p:nvPr/>
        </p:nvGrpSpPr>
        <p:grpSpPr>
          <a:xfrm flipH="1" rot="5400000">
            <a:off x="7869720" y="2754200"/>
            <a:ext cx="292025" cy="292575"/>
            <a:chOff x="7353050" y="316275"/>
            <a:chExt cx="292025" cy="292575"/>
          </a:xfrm>
        </p:grpSpPr>
        <p:sp>
          <p:nvSpPr>
            <p:cNvPr id="626" name="Google Shape;626;p1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 name="Google Shape;630;p12"/>
          <p:cNvGrpSpPr/>
          <p:nvPr/>
        </p:nvGrpSpPr>
        <p:grpSpPr>
          <a:xfrm flipH="1" rot="5400000">
            <a:off x="8012458" y="178175"/>
            <a:ext cx="175000" cy="175000"/>
            <a:chOff x="8792300" y="321275"/>
            <a:chExt cx="175000" cy="175000"/>
          </a:xfrm>
        </p:grpSpPr>
        <p:sp>
          <p:nvSpPr>
            <p:cNvPr id="631" name="Google Shape;631;p1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12"/>
          <p:cNvGrpSpPr/>
          <p:nvPr/>
        </p:nvGrpSpPr>
        <p:grpSpPr>
          <a:xfrm rot="5400000">
            <a:off x="7551683" y="3879926"/>
            <a:ext cx="293111" cy="293388"/>
            <a:chOff x="3164039" y="430875"/>
            <a:chExt cx="293111" cy="293388"/>
          </a:xfrm>
        </p:grpSpPr>
        <p:sp>
          <p:nvSpPr>
            <p:cNvPr id="636" name="Google Shape;636;p1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 name="Google Shape;642;p12"/>
          <p:cNvGrpSpPr/>
          <p:nvPr/>
        </p:nvGrpSpPr>
        <p:grpSpPr>
          <a:xfrm flipH="1" rot="5400000">
            <a:off x="8259052" y="323144"/>
            <a:ext cx="175013" cy="27000"/>
            <a:chOff x="5662375" y="212375"/>
            <a:chExt cx="175013" cy="27000"/>
          </a:xfrm>
        </p:grpSpPr>
        <p:sp>
          <p:nvSpPr>
            <p:cNvPr id="643" name="Google Shape;643;p1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46" name="Google Shape;646;p12"/>
          <p:cNvCxnSpPr/>
          <p:nvPr/>
        </p:nvCxnSpPr>
        <p:spPr>
          <a:xfrm flipH="1" rot="5400000">
            <a:off x="740850" y="2598325"/>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647" name="Google Shape;647;p12"/>
          <p:cNvCxnSpPr/>
          <p:nvPr/>
        </p:nvCxnSpPr>
        <p:spPr>
          <a:xfrm rot="-5400000">
            <a:off x="847100" y="355400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648" name="Google Shape;648;p12"/>
          <p:cNvCxnSpPr/>
          <p:nvPr/>
        </p:nvCxnSpPr>
        <p:spPr>
          <a:xfrm flipH="1" rot="5400000">
            <a:off x="1105775" y="4151250"/>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649" name="Google Shape;649;p12"/>
          <p:cNvGrpSpPr/>
          <p:nvPr/>
        </p:nvGrpSpPr>
        <p:grpSpPr>
          <a:xfrm rot="5400000">
            <a:off x="621475" y="4062025"/>
            <a:ext cx="581800" cy="582350"/>
            <a:chOff x="8064275" y="887850"/>
            <a:chExt cx="581800" cy="582350"/>
          </a:xfrm>
        </p:grpSpPr>
        <p:sp>
          <p:nvSpPr>
            <p:cNvPr id="650" name="Google Shape;650;p1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 name="Google Shape;656;p12"/>
          <p:cNvGrpSpPr/>
          <p:nvPr/>
        </p:nvGrpSpPr>
        <p:grpSpPr>
          <a:xfrm rot="5400000">
            <a:off x="1482825" y="3350800"/>
            <a:ext cx="292025" cy="292575"/>
            <a:chOff x="7353050" y="316275"/>
            <a:chExt cx="292025" cy="292575"/>
          </a:xfrm>
        </p:grpSpPr>
        <p:sp>
          <p:nvSpPr>
            <p:cNvPr id="657" name="Google Shape;657;p1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 name="Google Shape;661;p12"/>
          <p:cNvGrpSpPr/>
          <p:nvPr/>
        </p:nvGrpSpPr>
        <p:grpSpPr>
          <a:xfrm rot="5400000">
            <a:off x="1595125" y="4790325"/>
            <a:ext cx="175000" cy="175000"/>
            <a:chOff x="8792300" y="321275"/>
            <a:chExt cx="175000" cy="175000"/>
          </a:xfrm>
        </p:grpSpPr>
        <p:sp>
          <p:nvSpPr>
            <p:cNvPr id="662" name="Google Shape;662;p1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6" name="Google Shape;666;p12"/>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2"/>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2"/>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2"/>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2"/>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2" name="Google Shape;672;p12"/>
          <p:cNvGrpSpPr/>
          <p:nvPr/>
        </p:nvGrpSpPr>
        <p:grpSpPr>
          <a:xfrm rot="5400000">
            <a:off x="1701119" y="1515381"/>
            <a:ext cx="175013" cy="27000"/>
            <a:chOff x="5662375" y="212375"/>
            <a:chExt cx="175013" cy="27000"/>
          </a:xfrm>
        </p:grpSpPr>
        <p:sp>
          <p:nvSpPr>
            <p:cNvPr id="673" name="Google Shape;673;p1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 name="Google Shape;676;p12"/>
          <p:cNvGrpSpPr/>
          <p:nvPr/>
        </p:nvGrpSpPr>
        <p:grpSpPr>
          <a:xfrm rot="5400000">
            <a:off x="1819519" y="4562081"/>
            <a:ext cx="175013" cy="27000"/>
            <a:chOff x="5662375" y="212375"/>
            <a:chExt cx="175013" cy="27000"/>
          </a:xfrm>
        </p:grpSpPr>
        <p:sp>
          <p:nvSpPr>
            <p:cNvPr id="677" name="Google Shape;677;p1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 name="Google Shape;680;p12"/>
          <p:cNvGrpSpPr/>
          <p:nvPr/>
        </p:nvGrpSpPr>
        <p:grpSpPr>
          <a:xfrm rot="5400000">
            <a:off x="408594" y="4140781"/>
            <a:ext cx="175013" cy="27000"/>
            <a:chOff x="5662375" y="212375"/>
            <a:chExt cx="175013" cy="27000"/>
          </a:xfrm>
        </p:grpSpPr>
        <p:sp>
          <p:nvSpPr>
            <p:cNvPr id="681" name="Google Shape;681;p12"/>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2"/>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2"/>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4" name="Google Shape;684;p12"/>
          <p:cNvSpPr txBox="1"/>
          <p:nvPr>
            <p:ph hasCustomPrompt="1" type="title"/>
          </p:nvPr>
        </p:nvSpPr>
        <p:spPr>
          <a:xfrm>
            <a:off x="2624328" y="2057400"/>
            <a:ext cx="3904500" cy="786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5" name="Shape 68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86" name="Shape 686"/>
        <p:cNvGrpSpPr/>
        <p:nvPr/>
      </p:nvGrpSpPr>
      <p:grpSpPr>
        <a:xfrm>
          <a:off x="0" y="0"/>
          <a:ext cx="0" cy="0"/>
          <a:chOff x="0" y="0"/>
          <a:chExt cx="0" cy="0"/>
        </a:xfrm>
      </p:grpSpPr>
      <p:sp>
        <p:nvSpPr>
          <p:cNvPr id="687" name="Google Shape;687;p14"/>
          <p:cNvSpPr txBox="1"/>
          <p:nvPr>
            <p:ph type="title"/>
          </p:nvPr>
        </p:nvSpPr>
        <p:spPr>
          <a:xfrm>
            <a:off x="5907024" y="356616"/>
            <a:ext cx="2615100" cy="576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800"/>
              <a:buNone/>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688" name="Google Shape;688;p14"/>
          <p:cNvSpPr txBox="1"/>
          <p:nvPr>
            <p:ph idx="1" type="subTitle"/>
          </p:nvPr>
        </p:nvSpPr>
        <p:spPr>
          <a:xfrm>
            <a:off x="1664208" y="429768"/>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89" name="Google Shape;689;p14"/>
          <p:cNvSpPr txBox="1"/>
          <p:nvPr>
            <p:ph idx="2" type="subTitle"/>
          </p:nvPr>
        </p:nvSpPr>
        <p:spPr>
          <a:xfrm>
            <a:off x="1664208" y="713232"/>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90" name="Google Shape;690;p14"/>
          <p:cNvSpPr txBox="1"/>
          <p:nvPr>
            <p:ph idx="3" type="subTitle"/>
          </p:nvPr>
        </p:nvSpPr>
        <p:spPr>
          <a:xfrm>
            <a:off x="1664208" y="1508760"/>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91" name="Google Shape;691;p14"/>
          <p:cNvSpPr txBox="1"/>
          <p:nvPr>
            <p:ph idx="4" type="subTitle"/>
          </p:nvPr>
        </p:nvSpPr>
        <p:spPr>
          <a:xfrm>
            <a:off x="1664208" y="1792224"/>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92" name="Google Shape;692;p14"/>
          <p:cNvSpPr txBox="1"/>
          <p:nvPr>
            <p:ph idx="5" type="subTitle"/>
          </p:nvPr>
        </p:nvSpPr>
        <p:spPr>
          <a:xfrm>
            <a:off x="1664208" y="2587752"/>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93" name="Google Shape;693;p14"/>
          <p:cNvSpPr txBox="1"/>
          <p:nvPr>
            <p:ph idx="6" type="subTitle"/>
          </p:nvPr>
        </p:nvSpPr>
        <p:spPr>
          <a:xfrm>
            <a:off x="1664208" y="2871216"/>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94" name="Google Shape;694;p14"/>
          <p:cNvSpPr txBox="1"/>
          <p:nvPr>
            <p:ph idx="7" type="subTitle"/>
          </p:nvPr>
        </p:nvSpPr>
        <p:spPr>
          <a:xfrm>
            <a:off x="1664208" y="3666744"/>
            <a:ext cx="2615100" cy="384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695" name="Google Shape;695;p14"/>
          <p:cNvSpPr txBox="1"/>
          <p:nvPr>
            <p:ph idx="8" type="subTitle"/>
          </p:nvPr>
        </p:nvSpPr>
        <p:spPr>
          <a:xfrm>
            <a:off x="1664208" y="3950208"/>
            <a:ext cx="2615100" cy="576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696" name="Google Shape;696;p14"/>
          <p:cNvSpPr txBox="1"/>
          <p:nvPr>
            <p:ph hasCustomPrompt="1" idx="9" type="title"/>
          </p:nvPr>
        </p:nvSpPr>
        <p:spPr>
          <a:xfrm>
            <a:off x="813816" y="722376"/>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97" name="Google Shape;697;p14"/>
          <p:cNvSpPr txBox="1"/>
          <p:nvPr>
            <p:ph hasCustomPrompt="1" idx="13" type="title"/>
          </p:nvPr>
        </p:nvSpPr>
        <p:spPr>
          <a:xfrm>
            <a:off x="813816" y="1801368"/>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98" name="Google Shape;698;p14"/>
          <p:cNvSpPr txBox="1"/>
          <p:nvPr>
            <p:ph hasCustomPrompt="1" idx="14" type="title"/>
          </p:nvPr>
        </p:nvSpPr>
        <p:spPr>
          <a:xfrm>
            <a:off x="813816" y="2880360"/>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
        <p:nvSpPr>
          <p:cNvPr id="699" name="Google Shape;699;p14"/>
          <p:cNvSpPr txBox="1"/>
          <p:nvPr>
            <p:ph hasCustomPrompt="1" idx="15" type="title"/>
          </p:nvPr>
        </p:nvSpPr>
        <p:spPr>
          <a:xfrm>
            <a:off x="813816" y="3959352"/>
            <a:ext cx="457200" cy="347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000"/>
              <a:buNone/>
              <a:defRPr sz="2000">
                <a:solidFill>
                  <a:schemeClr val="lt1"/>
                </a:solidFill>
              </a:defRPr>
            </a:lvl1pPr>
            <a:lvl2pPr lvl="1" rtl="0" algn="ctr">
              <a:spcBef>
                <a:spcPts val="0"/>
              </a:spcBef>
              <a:spcAft>
                <a:spcPts val="0"/>
              </a:spcAft>
              <a:buClr>
                <a:schemeClr val="lt1"/>
              </a:buClr>
              <a:buSzPts val="2000"/>
              <a:buNone/>
              <a:defRPr sz="2000">
                <a:solidFill>
                  <a:schemeClr val="lt1"/>
                </a:solidFill>
              </a:defRPr>
            </a:lvl2pPr>
            <a:lvl3pPr lvl="2" rtl="0" algn="ctr">
              <a:spcBef>
                <a:spcPts val="0"/>
              </a:spcBef>
              <a:spcAft>
                <a:spcPts val="0"/>
              </a:spcAft>
              <a:buClr>
                <a:schemeClr val="lt1"/>
              </a:buClr>
              <a:buSzPts val="2000"/>
              <a:buNone/>
              <a:defRPr sz="2000">
                <a:solidFill>
                  <a:schemeClr val="lt1"/>
                </a:solidFill>
              </a:defRPr>
            </a:lvl3pPr>
            <a:lvl4pPr lvl="3" rtl="0" algn="ctr">
              <a:spcBef>
                <a:spcPts val="0"/>
              </a:spcBef>
              <a:spcAft>
                <a:spcPts val="0"/>
              </a:spcAft>
              <a:buClr>
                <a:schemeClr val="lt1"/>
              </a:buClr>
              <a:buSzPts val="2000"/>
              <a:buNone/>
              <a:defRPr sz="2000">
                <a:solidFill>
                  <a:schemeClr val="lt1"/>
                </a:solidFill>
              </a:defRPr>
            </a:lvl4pPr>
            <a:lvl5pPr lvl="4" rtl="0" algn="ctr">
              <a:spcBef>
                <a:spcPts val="0"/>
              </a:spcBef>
              <a:spcAft>
                <a:spcPts val="0"/>
              </a:spcAft>
              <a:buClr>
                <a:schemeClr val="lt1"/>
              </a:buClr>
              <a:buSzPts val="2000"/>
              <a:buNone/>
              <a:defRPr sz="2000">
                <a:solidFill>
                  <a:schemeClr val="lt1"/>
                </a:solidFill>
              </a:defRPr>
            </a:lvl5pPr>
            <a:lvl6pPr lvl="5" rtl="0" algn="ctr">
              <a:spcBef>
                <a:spcPts val="0"/>
              </a:spcBef>
              <a:spcAft>
                <a:spcPts val="0"/>
              </a:spcAft>
              <a:buClr>
                <a:schemeClr val="lt1"/>
              </a:buClr>
              <a:buSzPts val="2000"/>
              <a:buNone/>
              <a:defRPr sz="2000">
                <a:solidFill>
                  <a:schemeClr val="lt1"/>
                </a:solidFill>
              </a:defRPr>
            </a:lvl6pPr>
            <a:lvl7pPr lvl="6" rtl="0" algn="ctr">
              <a:spcBef>
                <a:spcPts val="0"/>
              </a:spcBef>
              <a:spcAft>
                <a:spcPts val="0"/>
              </a:spcAft>
              <a:buClr>
                <a:schemeClr val="lt1"/>
              </a:buClr>
              <a:buSzPts val="2000"/>
              <a:buNone/>
              <a:defRPr sz="2000">
                <a:solidFill>
                  <a:schemeClr val="lt1"/>
                </a:solidFill>
              </a:defRPr>
            </a:lvl7pPr>
            <a:lvl8pPr lvl="7" rtl="0" algn="ctr">
              <a:spcBef>
                <a:spcPts val="0"/>
              </a:spcBef>
              <a:spcAft>
                <a:spcPts val="0"/>
              </a:spcAft>
              <a:buClr>
                <a:schemeClr val="lt1"/>
              </a:buClr>
              <a:buSzPts val="2000"/>
              <a:buNone/>
              <a:defRPr sz="2000">
                <a:solidFill>
                  <a:schemeClr val="lt1"/>
                </a:solidFill>
              </a:defRPr>
            </a:lvl8pPr>
            <a:lvl9pPr lvl="8" rtl="0" algn="ctr">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p:cSld name="CUSTOM_1">
    <p:spTree>
      <p:nvGrpSpPr>
        <p:cNvPr id="700" name="Shape 700"/>
        <p:cNvGrpSpPr/>
        <p:nvPr/>
      </p:nvGrpSpPr>
      <p:grpSpPr>
        <a:xfrm>
          <a:off x="0" y="0"/>
          <a:ext cx="0" cy="0"/>
          <a:chOff x="0" y="0"/>
          <a:chExt cx="0" cy="0"/>
        </a:xfrm>
      </p:grpSpPr>
      <p:sp>
        <p:nvSpPr>
          <p:cNvPr id="701" name="Google Shape;701;p15"/>
          <p:cNvSpPr txBox="1"/>
          <p:nvPr>
            <p:ph type="title"/>
          </p:nvPr>
        </p:nvSpPr>
        <p:spPr>
          <a:xfrm>
            <a:off x="1719072" y="338328"/>
            <a:ext cx="5577900" cy="594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702" name="Google Shape;702;p15"/>
          <p:cNvSpPr txBox="1"/>
          <p:nvPr>
            <p:ph idx="1" type="subTitle"/>
          </p:nvPr>
        </p:nvSpPr>
        <p:spPr>
          <a:xfrm>
            <a:off x="3694176"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03" name="Google Shape;703;p15"/>
          <p:cNvSpPr txBox="1"/>
          <p:nvPr>
            <p:ph idx="2" type="subTitle"/>
          </p:nvPr>
        </p:nvSpPr>
        <p:spPr>
          <a:xfrm>
            <a:off x="1024128"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04" name="Google Shape;704;p15"/>
          <p:cNvSpPr txBox="1"/>
          <p:nvPr>
            <p:ph idx="3" type="subTitle"/>
          </p:nvPr>
        </p:nvSpPr>
        <p:spPr>
          <a:xfrm>
            <a:off x="6355080" y="2414016"/>
            <a:ext cx="1764900" cy="32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705" name="Google Shape;705;p15"/>
          <p:cNvSpPr txBox="1"/>
          <p:nvPr>
            <p:ph idx="4" type="subTitle"/>
          </p:nvPr>
        </p:nvSpPr>
        <p:spPr>
          <a:xfrm>
            <a:off x="3694176"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706" name="Google Shape;706;p15"/>
          <p:cNvSpPr txBox="1"/>
          <p:nvPr>
            <p:ph idx="5" type="subTitle"/>
          </p:nvPr>
        </p:nvSpPr>
        <p:spPr>
          <a:xfrm>
            <a:off x="1024128"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707" name="Google Shape;707;p15"/>
          <p:cNvSpPr txBox="1"/>
          <p:nvPr>
            <p:ph idx="6" type="subTitle"/>
          </p:nvPr>
        </p:nvSpPr>
        <p:spPr>
          <a:xfrm>
            <a:off x="6355080" y="2825496"/>
            <a:ext cx="1764900" cy="10791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708" name="Google Shape;708;p15"/>
          <p:cNvGrpSpPr/>
          <p:nvPr/>
        </p:nvGrpSpPr>
        <p:grpSpPr>
          <a:xfrm>
            <a:off x="261711" y="-1158"/>
            <a:ext cx="8550326" cy="3981600"/>
            <a:chOff x="261711" y="-1158"/>
            <a:chExt cx="8550326" cy="3981600"/>
          </a:xfrm>
        </p:grpSpPr>
        <p:cxnSp>
          <p:nvCxnSpPr>
            <p:cNvPr id="709" name="Google Shape;709;p15"/>
            <p:cNvCxnSpPr/>
            <p:nvPr/>
          </p:nvCxnSpPr>
          <p:spPr>
            <a:xfrm>
              <a:off x="515925" y="-1158"/>
              <a:ext cx="0" cy="3981600"/>
            </a:xfrm>
            <a:prstGeom prst="straightConnector1">
              <a:avLst/>
            </a:prstGeom>
            <a:noFill/>
            <a:ln cap="flat" cmpd="sng" w="9525">
              <a:solidFill>
                <a:schemeClr val="dk1"/>
              </a:solidFill>
              <a:prstDash val="solid"/>
              <a:round/>
              <a:headEnd len="med" w="med" type="none"/>
              <a:tailEnd len="med" w="med" type="none"/>
            </a:ln>
          </p:spPr>
        </p:cxnSp>
        <p:cxnSp>
          <p:nvCxnSpPr>
            <p:cNvPr id="710" name="Google Shape;710;p15"/>
            <p:cNvCxnSpPr/>
            <p:nvPr/>
          </p:nvCxnSpPr>
          <p:spPr>
            <a:xfrm>
              <a:off x="8666025" y="-1158"/>
              <a:ext cx="0" cy="1902000"/>
            </a:xfrm>
            <a:prstGeom prst="straightConnector1">
              <a:avLst/>
            </a:prstGeom>
            <a:noFill/>
            <a:ln cap="flat" cmpd="sng" w="9525">
              <a:solidFill>
                <a:schemeClr val="dk1"/>
              </a:solidFill>
              <a:prstDash val="solid"/>
              <a:round/>
              <a:headEnd len="med" w="med" type="none"/>
              <a:tailEnd len="med" w="med" type="none"/>
            </a:ln>
          </p:spPr>
        </p:cxnSp>
        <p:grpSp>
          <p:nvGrpSpPr>
            <p:cNvPr id="711" name="Google Shape;711;p15"/>
            <p:cNvGrpSpPr/>
            <p:nvPr/>
          </p:nvGrpSpPr>
          <p:grpSpPr>
            <a:xfrm rot="10800000">
              <a:off x="343275" y="3300779"/>
              <a:ext cx="344736" cy="345385"/>
              <a:chOff x="7353050" y="316275"/>
              <a:chExt cx="292025" cy="292575"/>
            </a:xfrm>
          </p:grpSpPr>
          <p:sp>
            <p:nvSpPr>
              <p:cNvPr id="712" name="Google Shape;712;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 name="Google Shape;716;p15"/>
            <p:cNvGrpSpPr/>
            <p:nvPr/>
          </p:nvGrpSpPr>
          <p:grpSpPr>
            <a:xfrm rot="10800000">
              <a:off x="8520013" y="714742"/>
              <a:ext cx="292025" cy="292575"/>
              <a:chOff x="7353050" y="316275"/>
              <a:chExt cx="292025" cy="292575"/>
            </a:xfrm>
          </p:grpSpPr>
          <p:sp>
            <p:nvSpPr>
              <p:cNvPr id="717" name="Google Shape;717;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 name="Google Shape;721;p15"/>
            <p:cNvGrpSpPr/>
            <p:nvPr/>
          </p:nvGrpSpPr>
          <p:grpSpPr>
            <a:xfrm rot="10800000">
              <a:off x="261711" y="465077"/>
              <a:ext cx="507562" cy="507984"/>
              <a:chOff x="8064275" y="887850"/>
              <a:chExt cx="581800" cy="582350"/>
            </a:xfrm>
          </p:grpSpPr>
          <p:sp>
            <p:nvSpPr>
              <p:cNvPr id="722" name="Google Shape;722;p1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of text">
  <p:cSld name="CUSTOM_2">
    <p:spTree>
      <p:nvGrpSpPr>
        <p:cNvPr id="728" name="Shape 728"/>
        <p:cNvGrpSpPr/>
        <p:nvPr/>
      </p:nvGrpSpPr>
      <p:grpSpPr>
        <a:xfrm>
          <a:off x="0" y="0"/>
          <a:ext cx="0" cy="0"/>
          <a:chOff x="0" y="0"/>
          <a:chExt cx="0" cy="0"/>
        </a:xfrm>
      </p:grpSpPr>
      <p:sp>
        <p:nvSpPr>
          <p:cNvPr id="729" name="Google Shape;729;p16"/>
          <p:cNvSpPr txBox="1"/>
          <p:nvPr>
            <p:ph type="title"/>
          </p:nvPr>
        </p:nvSpPr>
        <p:spPr>
          <a:xfrm>
            <a:off x="1568775" y="442350"/>
            <a:ext cx="6006300" cy="5958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730" name="Google Shape;730;p16"/>
          <p:cNvSpPr txBox="1"/>
          <p:nvPr>
            <p:ph idx="1" type="subTitle"/>
          </p:nvPr>
        </p:nvSpPr>
        <p:spPr>
          <a:xfrm>
            <a:off x="1709928" y="1545336"/>
            <a:ext cx="19452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731" name="Google Shape;731;p16"/>
          <p:cNvSpPr txBox="1"/>
          <p:nvPr>
            <p:ph idx="2" type="subTitle"/>
          </p:nvPr>
        </p:nvSpPr>
        <p:spPr>
          <a:xfrm>
            <a:off x="1709928" y="1938528"/>
            <a:ext cx="19452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732" name="Google Shape;732;p16"/>
          <p:cNvSpPr txBox="1"/>
          <p:nvPr>
            <p:ph idx="3" type="subTitle"/>
          </p:nvPr>
        </p:nvSpPr>
        <p:spPr>
          <a:xfrm>
            <a:off x="5468112" y="1545336"/>
            <a:ext cx="19476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733" name="Google Shape;733;p16"/>
          <p:cNvSpPr txBox="1"/>
          <p:nvPr>
            <p:ph idx="4" type="subTitle"/>
          </p:nvPr>
        </p:nvSpPr>
        <p:spPr>
          <a:xfrm>
            <a:off x="5468112" y="1938528"/>
            <a:ext cx="19476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734" name="Google Shape;734;p16"/>
          <p:cNvSpPr txBox="1"/>
          <p:nvPr>
            <p:ph idx="5" type="subTitle"/>
          </p:nvPr>
        </p:nvSpPr>
        <p:spPr>
          <a:xfrm>
            <a:off x="2825496" y="3200400"/>
            <a:ext cx="19452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735" name="Google Shape;735;p16"/>
          <p:cNvSpPr txBox="1"/>
          <p:nvPr>
            <p:ph idx="6" type="subTitle"/>
          </p:nvPr>
        </p:nvSpPr>
        <p:spPr>
          <a:xfrm>
            <a:off x="2825496" y="3593592"/>
            <a:ext cx="19452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sp>
        <p:nvSpPr>
          <p:cNvPr id="736" name="Google Shape;736;p16"/>
          <p:cNvSpPr txBox="1"/>
          <p:nvPr>
            <p:ph idx="7" type="subTitle"/>
          </p:nvPr>
        </p:nvSpPr>
        <p:spPr>
          <a:xfrm>
            <a:off x="6464808" y="3200400"/>
            <a:ext cx="1993500" cy="37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737" name="Google Shape;737;p16"/>
          <p:cNvSpPr txBox="1"/>
          <p:nvPr>
            <p:ph idx="8" type="subTitle"/>
          </p:nvPr>
        </p:nvSpPr>
        <p:spPr>
          <a:xfrm>
            <a:off x="6464808" y="3593592"/>
            <a:ext cx="19935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p:txBody>
      </p:sp>
      <p:cxnSp>
        <p:nvCxnSpPr>
          <p:cNvPr id="738" name="Google Shape;738;p16"/>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739" name="Google Shape;739;p16"/>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740" name="Google Shape;740;p16"/>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741" name="Google Shape;741;p16"/>
          <p:cNvGrpSpPr/>
          <p:nvPr/>
        </p:nvGrpSpPr>
        <p:grpSpPr>
          <a:xfrm flipH="1">
            <a:off x="423750" y="125363"/>
            <a:ext cx="292025" cy="292575"/>
            <a:chOff x="7353050" y="316275"/>
            <a:chExt cx="292025" cy="292575"/>
          </a:xfrm>
        </p:grpSpPr>
        <p:sp>
          <p:nvSpPr>
            <p:cNvPr id="742" name="Google Shape;742;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 name="Google Shape;746;p16"/>
          <p:cNvGrpSpPr/>
          <p:nvPr/>
        </p:nvGrpSpPr>
        <p:grpSpPr>
          <a:xfrm>
            <a:off x="1638739" y="558163"/>
            <a:ext cx="293111" cy="293388"/>
            <a:chOff x="3164039" y="430875"/>
            <a:chExt cx="293111" cy="293388"/>
          </a:xfrm>
        </p:grpSpPr>
        <p:sp>
          <p:nvSpPr>
            <p:cNvPr id="747" name="Google Shape;747;p1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 name="Google Shape;753;p16"/>
          <p:cNvGrpSpPr/>
          <p:nvPr/>
        </p:nvGrpSpPr>
        <p:grpSpPr>
          <a:xfrm>
            <a:off x="1591750" y="362600"/>
            <a:ext cx="175013" cy="27000"/>
            <a:chOff x="5662375" y="212375"/>
            <a:chExt cx="175013" cy="27000"/>
          </a:xfrm>
        </p:grpSpPr>
        <p:sp>
          <p:nvSpPr>
            <p:cNvPr id="754" name="Google Shape;754;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57" name="Google Shape;757;p16"/>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758" name="Google Shape;758;p16"/>
          <p:cNvGrpSpPr/>
          <p:nvPr/>
        </p:nvGrpSpPr>
        <p:grpSpPr>
          <a:xfrm>
            <a:off x="7823875" y="202375"/>
            <a:ext cx="581800" cy="582350"/>
            <a:chOff x="8064275" y="887850"/>
            <a:chExt cx="581800" cy="582350"/>
          </a:xfrm>
        </p:grpSpPr>
        <p:sp>
          <p:nvSpPr>
            <p:cNvPr id="759" name="Google Shape;759;p1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 name="Google Shape;765;p16"/>
          <p:cNvGrpSpPr/>
          <p:nvPr/>
        </p:nvGrpSpPr>
        <p:grpSpPr>
          <a:xfrm flipH="1">
            <a:off x="8698650" y="1117488"/>
            <a:ext cx="292025" cy="292575"/>
            <a:chOff x="7353050" y="316275"/>
            <a:chExt cx="292025" cy="292575"/>
          </a:xfrm>
        </p:grpSpPr>
        <p:sp>
          <p:nvSpPr>
            <p:cNvPr id="766" name="Google Shape;766;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 name="Google Shape;770;p16"/>
          <p:cNvGrpSpPr/>
          <p:nvPr/>
        </p:nvGrpSpPr>
        <p:grpSpPr>
          <a:xfrm>
            <a:off x="8678350" y="1581800"/>
            <a:ext cx="175013" cy="27000"/>
            <a:chOff x="5662375" y="212375"/>
            <a:chExt cx="175013" cy="27000"/>
          </a:xfrm>
        </p:grpSpPr>
        <p:sp>
          <p:nvSpPr>
            <p:cNvPr id="771" name="Google Shape;771;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2">
  <p:cSld name="CUSTOM_7">
    <p:spTree>
      <p:nvGrpSpPr>
        <p:cNvPr id="774" name="Shape 774"/>
        <p:cNvGrpSpPr/>
        <p:nvPr/>
      </p:nvGrpSpPr>
      <p:grpSpPr>
        <a:xfrm>
          <a:off x="0" y="0"/>
          <a:ext cx="0" cy="0"/>
          <a:chOff x="0" y="0"/>
          <a:chExt cx="0" cy="0"/>
        </a:xfrm>
      </p:grpSpPr>
      <p:cxnSp>
        <p:nvCxnSpPr>
          <p:cNvPr id="775" name="Google Shape;775;p17"/>
          <p:cNvCxnSpPr/>
          <p:nvPr/>
        </p:nvCxnSpPr>
        <p:spPr>
          <a:xfrm>
            <a:off x="590450" y="4340600"/>
            <a:ext cx="670200" cy="423000"/>
          </a:xfrm>
          <a:prstGeom prst="straightConnector1">
            <a:avLst/>
          </a:prstGeom>
          <a:noFill/>
          <a:ln cap="flat" cmpd="sng" w="9525">
            <a:solidFill>
              <a:schemeClr val="dk1"/>
            </a:solidFill>
            <a:prstDash val="solid"/>
            <a:round/>
            <a:headEnd len="med" w="med" type="none"/>
            <a:tailEnd len="med" w="med" type="none"/>
          </a:ln>
        </p:spPr>
      </p:cxnSp>
      <p:sp>
        <p:nvSpPr>
          <p:cNvPr id="776" name="Google Shape;776;p17"/>
          <p:cNvSpPr txBox="1"/>
          <p:nvPr>
            <p:ph type="title"/>
          </p:nvPr>
        </p:nvSpPr>
        <p:spPr>
          <a:xfrm>
            <a:off x="2208175" y="342775"/>
            <a:ext cx="4727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777" name="Google Shape;777;p17"/>
          <p:cNvCxnSpPr/>
          <p:nvPr/>
        </p:nvCxnSpPr>
        <p:spPr>
          <a:xfrm flipH="1" rot="10800000">
            <a:off x="0" y="4332550"/>
            <a:ext cx="590700" cy="663900"/>
          </a:xfrm>
          <a:prstGeom prst="straightConnector1">
            <a:avLst/>
          </a:prstGeom>
          <a:noFill/>
          <a:ln cap="flat" cmpd="sng" w="9525">
            <a:solidFill>
              <a:schemeClr val="dk1"/>
            </a:solidFill>
            <a:prstDash val="solid"/>
            <a:round/>
            <a:headEnd len="med" w="med" type="none"/>
            <a:tailEnd len="med" w="med" type="none"/>
          </a:ln>
        </p:spPr>
      </p:cxnSp>
      <p:grpSp>
        <p:nvGrpSpPr>
          <p:cNvPr id="778" name="Google Shape;778;p17"/>
          <p:cNvGrpSpPr/>
          <p:nvPr/>
        </p:nvGrpSpPr>
        <p:grpSpPr>
          <a:xfrm flipH="1">
            <a:off x="431725" y="4183775"/>
            <a:ext cx="292025" cy="292575"/>
            <a:chOff x="7353050" y="316275"/>
            <a:chExt cx="292025" cy="292575"/>
          </a:xfrm>
        </p:grpSpPr>
        <p:sp>
          <p:nvSpPr>
            <p:cNvPr id="779" name="Google Shape;779;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3" name="Google Shape;783;p17"/>
          <p:cNvGrpSpPr/>
          <p:nvPr/>
        </p:nvGrpSpPr>
        <p:grpSpPr>
          <a:xfrm>
            <a:off x="1075789" y="4604675"/>
            <a:ext cx="293111" cy="293388"/>
            <a:chOff x="3164039" y="430875"/>
            <a:chExt cx="293111" cy="293388"/>
          </a:xfrm>
        </p:grpSpPr>
        <p:sp>
          <p:nvSpPr>
            <p:cNvPr id="784" name="Google Shape;784;p1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790" name="Google Shape;790;p17"/>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791" name="Google Shape;791;p17"/>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792" name="Google Shape;792;p17"/>
          <p:cNvGrpSpPr/>
          <p:nvPr/>
        </p:nvGrpSpPr>
        <p:grpSpPr>
          <a:xfrm>
            <a:off x="8064275" y="526925"/>
            <a:ext cx="581800" cy="582350"/>
            <a:chOff x="8064275" y="887850"/>
            <a:chExt cx="581800" cy="582350"/>
          </a:xfrm>
        </p:grpSpPr>
        <p:sp>
          <p:nvSpPr>
            <p:cNvPr id="793" name="Google Shape;793;p1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 name="Google Shape;799;p17"/>
          <p:cNvGrpSpPr/>
          <p:nvPr/>
        </p:nvGrpSpPr>
        <p:grpSpPr>
          <a:xfrm>
            <a:off x="7033875" y="170875"/>
            <a:ext cx="292025" cy="292575"/>
            <a:chOff x="7353050" y="316275"/>
            <a:chExt cx="292025" cy="292575"/>
          </a:xfrm>
        </p:grpSpPr>
        <p:sp>
          <p:nvSpPr>
            <p:cNvPr id="800" name="Google Shape;800;p1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 name="Google Shape;804;p17"/>
          <p:cNvGrpSpPr/>
          <p:nvPr/>
        </p:nvGrpSpPr>
        <p:grpSpPr>
          <a:xfrm>
            <a:off x="8757950" y="229650"/>
            <a:ext cx="175000" cy="175000"/>
            <a:chOff x="8792300" y="321275"/>
            <a:chExt cx="175000" cy="175000"/>
          </a:xfrm>
        </p:grpSpPr>
        <p:sp>
          <p:nvSpPr>
            <p:cNvPr id="805" name="Google Shape;805;p17"/>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7"/>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7"/>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7"/>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17"/>
          <p:cNvGrpSpPr/>
          <p:nvPr/>
        </p:nvGrpSpPr>
        <p:grpSpPr>
          <a:xfrm>
            <a:off x="8490050" y="170875"/>
            <a:ext cx="175013" cy="27000"/>
            <a:chOff x="5662375" y="212375"/>
            <a:chExt cx="175013" cy="27000"/>
          </a:xfrm>
        </p:grpSpPr>
        <p:sp>
          <p:nvSpPr>
            <p:cNvPr id="810" name="Google Shape;810;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3" name="Google Shape;813;p17"/>
          <p:cNvGrpSpPr/>
          <p:nvPr/>
        </p:nvGrpSpPr>
        <p:grpSpPr>
          <a:xfrm>
            <a:off x="7916350" y="1124600"/>
            <a:ext cx="175013" cy="27000"/>
            <a:chOff x="5662375" y="212375"/>
            <a:chExt cx="175013" cy="27000"/>
          </a:xfrm>
        </p:grpSpPr>
        <p:sp>
          <p:nvSpPr>
            <p:cNvPr id="814" name="Google Shape;814;p17"/>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7"/>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7"/>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7" name="Google Shape;817;p17"/>
          <p:cNvSpPr txBox="1"/>
          <p:nvPr>
            <p:ph idx="1" type="subTitle"/>
          </p:nvPr>
        </p:nvSpPr>
        <p:spPr>
          <a:xfrm>
            <a:off x="6217920" y="1819656"/>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818" name="Google Shape;818;p17"/>
          <p:cNvSpPr txBox="1"/>
          <p:nvPr>
            <p:ph idx="2" type="subTitle"/>
          </p:nvPr>
        </p:nvSpPr>
        <p:spPr>
          <a:xfrm>
            <a:off x="3749040" y="1252728"/>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819" name="Google Shape;819;p17"/>
          <p:cNvSpPr txBox="1"/>
          <p:nvPr>
            <p:ph idx="3" type="subTitle"/>
          </p:nvPr>
        </p:nvSpPr>
        <p:spPr>
          <a:xfrm>
            <a:off x="1289304" y="1819656"/>
            <a:ext cx="1636800" cy="356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820" name="Google Shape;820;p17"/>
          <p:cNvSpPr txBox="1"/>
          <p:nvPr>
            <p:ph idx="4" type="subTitle"/>
          </p:nvPr>
        </p:nvSpPr>
        <p:spPr>
          <a:xfrm>
            <a:off x="6217920" y="2139696"/>
            <a:ext cx="1636800" cy="877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defRPr>
            </a:lvl1pPr>
            <a:lvl2pPr lvl="1" rtl="0" algn="ctr">
              <a:spcBef>
                <a:spcPts val="0"/>
              </a:spcBef>
              <a:spcAft>
                <a:spcPts val="0"/>
              </a:spcAft>
              <a:buNone/>
              <a:defRPr sz="1600">
                <a:solidFill>
                  <a:schemeClr val="dk2"/>
                </a:solidFill>
              </a:defRPr>
            </a:lvl2pPr>
            <a:lvl3pPr lvl="2" rtl="0" algn="ctr">
              <a:spcBef>
                <a:spcPts val="0"/>
              </a:spcBef>
              <a:spcAft>
                <a:spcPts val="0"/>
              </a:spcAft>
              <a:buNone/>
              <a:defRPr sz="1600">
                <a:solidFill>
                  <a:schemeClr val="dk2"/>
                </a:solidFill>
              </a:defRPr>
            </a:lvl3pPr>
            <a:lvl4pPr lvl="3" rtl="0" algn="ctr">
              <a:spcBef>
                <a:spcPts val="0"/>
              </a:spcBef>
              <a:spcAft>
                <a:spcPts val="0"/>
              </a:spcAft>
              <a:buNone/>
              <a:defRPr sz="1600">
                <a:solidFill>
                  <a:schemeClr val="dk2"/>
                </a:solidFill>
              </a:defRPr>
            </a:lvl4pPr>
            <a:lvl5pPr lvl="4" rtl="0" algn="ctr">
              <a:spcBef>
                <a:spcPts val="0"/>
              </a:spcBef>
              <a:spcAft>
                <a:spcPts val="0"/>
              </a:spcAft>
              <a:buNone/>
              <a:defRPr sz="1600">
                <a:solidFill>
                  <a:schemeClr val="dk2"/>
                </a:solidFill>
              </a:defRPr>
            </a:lvl5pPr>
            <a:lvl6pPr lvl="5" rtl="0" algn="ctr">
              <a:spcBef>
                <a:spcPts val="0"/>
              </a:spcBef>
              <a:spcAft>
                <a:spcPts val="0"/>
              </a:spcAft>
              <a:buNone/>
              <a:defRPr sz="1600">
                <a:solidFill>
                  <a:schemeClr val="dk2"/>
                </a:solidFill>
              </a:defRPr>
            </a:lvl6pPr>
            <a:lvl7pPr lvl="6" rtl="0" algn="ctr">
              <a:spcBef>
                <a:spcPts val="0"/>
              </a:spcBef>
              <a:spcAft>
                <a:spcPts val="0"/>
              </a:spcAft>
              <a:buNone/>
              <a:defRPr sz="1600">
                <a:solidFill>
                  <a:schemeClr val="dk2"/>
                </a:solidFill>
              </a:defRPr>
            </a:lvl7pPr>
            <a:lvl8pPr lvl="7" rtl="0" algn="ctr">
              <a:spcBef>
                <a:spcPts val="0"/>
              </a:spcBef>
              <a:spcAft>
                <a:spcPts val="0"/>
              </a:spcAft>
              <a:buNone/>
              <a:defRPr sz="1600">
                <a:solidFill>
                  <a:schemeClr val="dk2"/>
                </a:solidFill>
              </a:defRPr>
            </a:lvl8pPr>
            <a:lvl9pPr lvl="8" rtl="0" algn="ctr">
              <a:spcBef>
                <a:spcPts val="0"/>
              </a:spcBef>
              <a:spcAft>
                <a:spcPts val="0"/>
              </a:spcAft>
              <a:buNone/>
              <a:defRPr sz="1600">
                <a:solidFill>
                  <a:schemeClr val="dk2"/>
                </a:solidFill>
              </a:defRPr>
            </a:lvl9pPr>
          </a:lstStyle>
          <a:p/>
        </p:txBody>
      </p:sp>
      <p:sp>
        <p:nvSpPr>
          <p:cNvPr id="821" name="Google Shape;821;p17"/>
          <p:cNvSpPr txBox="1"/>
          <p:nvPr>
            <p:ph idx="5" type="subTitle"/>
          </p:nvPr>
        </p:nvSpPr>
        <p:spPr>
          <a:xfrm>
            <a:off x="3749040" y="1581912"/>
            <a:ext cx="1636800" cy="877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822" name="Google Shape;822;p17"/>
          <p:cNvSpPr txBox="1"/>
          <p:nvPr>
            <p:ph idx="6" type="subTitle"/>
          </p:nvPr>
        </p:nvSpPr>
        <p:spPr>
          <a:xfrm>
            <a:off x="1289304" y="2139696"/>
            <a:ext cx="1636800" cy="877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of text">
  <p:cSld name="CUSTOM_8">
    <p:spTree>
      <p:nvGrpSpPr>
        <p:cNvPr id="823" name="Shape 823"/>
        <p:cNvGrpSpPr/>
        <p:nvPr/>
      </p:nvGrpSpPr>
      <p:grpSpPr>
        <a:xfrm>
          <a:off x="0" y="0"/>
          <a:ext cx="0" cy="0"/>
          <a:chOff x="0" y="0"/>
          <a:chExt cx="0" cy="0"/>
        </a:xfrm>
      </p:grpSpPr>
      <p:sp>
        <p:nvSpPr>
          <p:cNvPr id="824" name="Google Shape;824;p18"/>
          <p:cNvSpPr txBox="1"/>
          <p:nvPr>
            <p:ph type="title"/>
          </p:nvPr>
        </p:nvSpPr>
        <p:spPr>
          <a:xfrm>
            <a:off x="3090672" y="338328"/>
            <a:ext cx="2962800" cy="5760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825" name="Google Shape;825;p18"/>
          <p:cNvSpPr txBox="1"/>
          <p:nvPr>
            <p:ph idx="1" type="subTitle"/>
          </p:nvPr>
        </p:nvSpPr>
        <p:spPr>
          <a:xfrm>
            <a:off x="1522425" y="1588336"/>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826" name="Google Shape;826;p18"/>
          <p:cNvSpPr txBox="1"/>
          <p:nvPr>
            <p:ph idx="2" type="subTitle"/>
          </p:nvPr>
        </p:nvSpPr>
        <p:spPr>
          <a:xfrm>
            <a:off x="1522425"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827" name="Google Shape;827;p18"/>
          <p:cNvSpPr txBox="1"/>
          <p:nvPr>
            <p:ph idx="3" type="subTitle"/>
          </p:nvPr>
        </p:nvSpPr>
        <p:spPr>
          <a:xfrm>
            <a:off x="3689552" y="1588336"/>
            <a:ext cx="17649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828" name="Google Shape;828;p18"/>
          <p:cNvSpPr txBox="1"/>
          <p:nvPr>
            <p:ph idx="4" type="subTitle"/>
          </p:nvPr>
        </p:nvSpPr>
        <p:spPr>
          <a:xfrm>
            <a:off x="3689552"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p:txBody>
      </p:sp>
      <p:sp>
        <p:nvSpPr>
          <p:cNvPr id="829" name="Google Shape;829;p18"/>
          <p:cNvSpPr txBox="1"/>
          <p:nvPr>
            <p:ph idx="5" type="subTitle"/>
          </p:nvPr>
        </p:nvSpPr>
        <p:spPr>
          <a:xfrm>
            <a:off x="5856675" y="1588336"/>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830" name="Google Shape;830;p18"/>
          <p:cNvSpPr txBox="1"/>
          <p:nvPr>
            <p:ph idx="6" type="subTitle"/>
          </p:nvPr>
        </p:nvSpPr>
        <p:spPr>
          <a:xfrm>
            <a:off x="5856675" y="1928169"/>
            <a:ext cx="17649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831" name="Google Shape;831;p18"/>
          <p:cNvSpPr txBox="1"/>
          <p:nvPr>
            <p:ph idx="7" type="subTitle"/>
          </p:nvPr>
        </p:nvSpPr>
        <p:spPr>
          <a:xfrm>
            <a:off x="1522425" y="3215958"/>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832" name="Google Shape;832;p18"/>
          <p:cNvSpPr txBox="1"/>
          <p:nvPr>
            <p:ph idx="8" type="subTitle"/>
          </p:nvPr>
        </p:nvSpPr>
        <p:spPr>
          <a:xfrm>
            <a:off x="1522425" y="3556017"/>
            <a:ext cx="17649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833" name="Google Shape;833;p18"/>
          <p:cNvSpPr txBox="1"/>
          <p:nvPr>
            <p:ph idx="9" type="subTitle"/>
          </p:nvPr>
        </p:nvSpPr>
        <p:spPr>
          <a:xfrm>
            <a:off x="3597450" y="3215961"/>
            <a:ext cx="19491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834" name="Google Shape;834;p18"/>
          <p:cNvSpPr txBox="1"/>
          <p:nvPr>
            <p:ph idx="13" type="subTitle"/>
          </p:nvPr>
        </p:nvSpPr>
        <p:spPr>
          <a:xfrm>
            <a:off x="3597500" y="3556017"/>
            <a:ext cx="19491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835" name="Google Shape;835;p18"/>
          <p:cNvSpPr txBox="1"/>
          <p:nvPr>
            <p:ph idx="14" type="subTitle"/>
          </p:nvPr>
        </p:nvSpPr>
        <p:spPr>
          <a:xfrm>
            <a:off x="5856675" y="3215958"/>
            <a:ext cx="1764900" cy="4572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p:txBody>
      </p:sp>
      <p:sp>
        <p:nvSpPr>
          <p:cNvPr id="836" name="Google Shape;836;p18"/>
          <p:cNvSpPr txBox="1"/>
          <p:nvPr>
            <p:ph idx="15" type="subTitle"/>
          </p:nvPr>
        </p:nvSpPr>
        <p:spPr>
          <a:xfrm>
            <a:off x="5856675" y="3556017"/>
            <a:ext cx="1764900" cy="6108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cxnSp>
        <p:nvCxnSpPr>
          <p:cNvPr id="837" name="Google Shape;837;p18"/>
          <p:cNvCxnSpPr/>
          <p:nvPr/>
        </p:nvCxnSpPr>
        <p:spPr>
          <a:xfrm>
            <a:off x="2904283" y="4513075"/>
            <a:ext cx="1133100" cy="306300"/>
          </a:xfrm>
          <a:prstGeom prst="straightConnector1">
            <a:avLst/>
          </a:prstGeom>
          <a:noFill/>
          <a:ln cap="flat" cmpd="sng" w="9525">
            <a:solidFill>
              <a:schemeClr val="dk1"/>
            </a:solidFill>
            <a:prstDash val="solid"/>
            <a:round/>
            <a:headEnd len="med" w="med" type="none"/>
            <a:tailEnd len="med" w="med" type="none"/>
          </a:ln>
        </p:spPr>
      </p:cxnSp>
      <p:cxnSp>
        <p:nvCxnSpPr>
          <p:cNvPr id="838" name="Google Shape;838;p18"/>
          <p:cNvCxnSpPr/>
          <p:nvPr/>
        </p:nvCxnSpPr>
        <p:spPr>
          <a:xfrm flipH="1" rot="10800000">
            <a:off x="1562083" y="4492325"/>
            <a:ext cx="1342200" cy="315300"/>
          </a:xfrm>
          <a:prstGeom prst="straightConnector1">
            <a:avLst/>
          </a:prstGeom>
          <a:noFill/>
          <a:ln cap="flat" cmpd="sng" w="9525">
            <a:solidFill>
              <a:schemeClr val="dk1"/>
            </a:solidFill>
            <a:prstDash val="solid"/>
            <a:round/>
            <a:headEnd len="med" w="med" type="none"/>
            <a:tailEnd len="med" w="med" type="none"/>
          </a:ln>
        </p:spPr>
      </p:cxnSp>
      <p:cxnSp>
        <p:nvCxnSpPr>
          <p:cNvPr id="839" name="Google Shape;839;p18"/>
          <p:cNvCxnSpPr/>
          <p:nvPr/>
        </p:nvCxnSpPr>
        <p:spPr>
          <a:xfrm>
            <a:off x="259558" y="4408000"/>
            <a:ext cx="1332000" cy="392100"/>
          </a:xfrm>
          <a:prstGeom prst="straightConnector1">
            <a:avLst/>
          </a:prstGeom>
          <a:noFill/>
          <a:ln cap="flat" cmpd="sng" w="9525">
            <a:solidFill>
              <a:schemeClr val="dk1"/>
            </a:solidFill>
            <a:prstDash val="solid"/>
            <a:round/>
            <a:headEnd len="med" w="med" type="none"/>
            <a:tailEnd len="med" w="med" type="none"/>
          </a:ln>
        </p:spPr>
      </p:cxnSp>
      <p:cxnSp>
        <p:nvCxnSpPr>
          <p:cNvPr id="840" name="Google Shape;840;p18"/>
          <p:cNvCxnSpPr/>
          <p:nvPr/>
        </p:nvCxnSpPr>
        <p:spPr>
          <a:xfrm>
            <a:off x="-6867" y="3993550"/>
            <a:ext cx="273900" cy="407100"/>
          </a:xfrm>
          <a:prstGeom prst="straightConnector1">
            <a:avLst/>
          </a:prstGeom>
          <a:noFill/>
          <a:ln cap="flat" cmpd="sng" w="9525">
            <a:solidFill>
              <a:schemeClr val="dk1"/>
            </a:solidFill>
            <a:prstDash val="solid"/>
            <a:round/>
            <a:headEnd len="med" w="med" type="none"/>
            <a:tailEnd len="med" w="med" type="none"/>
          </a:ln>
        </p:spPr>
      </p:cxnSp>
      <p:grpSp>
        <p:nvGrpSpPr>
          <p:cNvPr id="841" name="Google Shape;841;p18"/>
          <p:cNvGrpSpPr/>
          <p:nvPr/>
        </p:nvGrpSpPr>
        <p:grpSpPr>
          <a:xfrm flipH="1">
            <a:off x="1278333" y="4513075"/>
            <a:ext cx="581800" cy="582350"/>
            <a:chOff x="8064275" y="887850"/>
            <a:chExt cx="581800" cy="582350"/>
          </a:xfrm>
        </p:grpSpPr>
        <p:sp>
          <p:nvSpPr>
            <p:cNvPr id="842" name="Google Shape;842;p1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 name="Google Shape;848;p18"/>
          <p:cNvGrpSpPr/>
          <p:nvPr/>
        </p:nvGrpSpPr>
        <p:grpSpPr>
          <a:xfrm flipH="1">
            <a:off x="2747608" y="4340463"/>
            <a:ext cx="292025" cy="292575"/>
            <a:chOff x="7353050" y="316275"/>
            <a:chExt cx="292025" cy="292575"/>
          </a:xfrm>
        </p:grpSpPr>
        <p:sp>
          <p:nvSpPr>
            <p:cNvPr id="849" name="Google Shape;849;p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18"/>
          <p:cNvGrpSpPr/>
          <p:nvPr/>
        </p:nvGrpSpPr>
        <p:grpSpPr>
          <a:xfrm flipH="1">
            <a:off x="171308" y="4315025"/>
            <a:ext cx="175000" cy="175000"/>
            <a:chOff x="8792300" y="321275"/>
            <a:chExt cx="175000" cy="175000"/>
          </a:xfrm>
        </p:grpSpPr>
        <p:sp>
          <p:nvSpPr>
            <p:cNvPr id="854" name="Google Shape;854;p1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 name="Google Shape;858;p18"/>
          <p:cNvGrpSpPr/>
          <p:nvPr/>
        </p:nvGrpSpPr>
        <p:grpSpPr>
          <a:xfrm>
            <a:off x="3873197" y="4657550"/>
            <a:ext cx="293111" cy="293388"/>
            <a:chOff x="3164039" y="430875"/>
            <a:chExt cx="293111" cy="293388"/>
          </a:xfrm>
        </p:grpSpPr>
        <p:sp>
          <p:nvSpPr>
            <p:cNvPr id="859" name="Google Shape;859;p1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 name="Google Shape;865;p18"/>
          <p:cNvGrpSpPr/>
          <p:nvPr/>
        </p:nvGrpSpPr>
        <p:grpSpPr>
          <a:xfrm flipH="1">
            <a:off x="242270" y="4142425"/>
            <a:ext cx="175013" cy="27000"/>
            <a:chOff x="5662375" y="212375"/>
            <a:chExt cx="175013" cy="27000"/>
          </a:xfrm>
        </p:grpSpPr>
        <p:sp>
          <p:nvSpPr>
            <p:cNvPr id="866" name="Google Shape;866;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69" name="Google Shape;869;p18"/>
          <p:cNvCxnSpPr/>
          <p:nvPr/>
        </p:nvCxnSpPr>
        <p:spPr>
          <a:xfrm rot="10800000">
            <a:off x="5995050" y="226600"/>
            <a:ext cx="1504500" cy="224700"/>
          </a:xfrm>
          <a:prstGeom prst="straightConnector1">
            <a:avLst/>
          </a:prstGeom>
          <a:noFill/>
          <a:ln cap="flat" cmpd="sng" w="9525">
            <a:solidFill>
              <a:schemeClr val="dk1"/>
            </a:solidFill>
            <a:prstDash val="solid"/>
            <a:round/>
            <a:headEnd len="med" w="med" type="none"/>
            <a:tailEnd len="med" w="med" type="none"/>
          </a:ln>
        </p:spPr>
      </p:cxnSp>
      <p:cxnSp>
        <p:nvCxnSpPr>
          <p:cNvPr id="870" name="Google Shape;870;p18"/>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871" name="Google Shape;871;p18"/>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872" name="Google Shape;872;p18"/>
          <p:cNvGrpSpPr/>
          <p:nvPr/>
        </p:nvGrpSpPr>
        <p:grpSpPr>
          <a:xfrm>
            <a:off x="8064275" y="1040250"/>
            <a:ext cx="581800" cy="582350"/>
            <a:chOff x="8064275" y="887850"/>
            <a:chExt cx="581800" cy="582350"/>
          </a:xfrm>
        </p:grpSpPr>
        <p:sp>
          <p:nvSpPr>
            <p:cNvPr id="873" name="Google Shape;873;p1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9" name="Google Shape;879;p18"/>
          <p:cNvGrpSpPr/>
          <p:nvPr/>
        </p:nvGrpSpPr>
        <p:grpSpPr>
          <a:xfrm>
            <a:off x="7353050" y="316275"/>
            <a:ext cx="292025" cy="292575"/>
            <a:chOff x="7353050" y="316275"/>
            <a:chExt cx="292025" cy="292575"/>
          </a:xfrm>
        </p:grpSpPr>
        <p:sp>
          <p:nvSpPr>
            <p:cNvPr id="880" name="Google Shape;880;p1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4" name="Google Shape;884;p18"/>
          <p:cNvGrpSpPr/>
          <p:nvPr/>
        </p:nvGrpSpPr>
        <p:grpSpPr>
          <a:xfrm>
            <a:off x="8792300" y="321275"/>
            <a:ext cx="175000" cy="175000"/>
            <a:chOff x="8792300" y="321275"/>
            <a:chExt cx="175000" cy="175000"/>
          </a:xfrm>
        </p:grpSpPr>
        <p:sp>
          <p:nvSpPr>
            <p:cNvPr id="885" name="Google Shape;885;p1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9" name="Google Shape;889;p18"/>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8"/>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8"/>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8"/>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8"/>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8"/>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5" name="Google Shape;895;p18"/>
          <p:cNvGrpSpPr/>
          <p:nvPr/>
        </p:nvGrpSpPr>
        <p:grpSpPr>
          <a:xfrm>
            <a:off x="8490050" y="170875"/>
            <a:ext cx="175013" cy="27000"/>
            <a:chOff x="5662375" y="212375"/>
            <a:chExt cx="175013" cy="27000"/>
          </a:xfrm>
        </p:grpSpPr>
        <p:sp>
          <p:nvSpPr>
            <p:cNvPr id="896" name="Google Shape;896;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9" name="Google Shape;899;p18"/>
          <p:cNvGrpSpPr/>
          <p:nvPr/>
        </p:nvGrpSpPr>
        <p:grpSpPr>
          <a:xfrm>
            <a:off x="8678350" y="1658000"/>
            <a:ext cx="175013" cy="27000"/>
            <a:chOff x="5662375" y="212375"/>
            <a:chExt cx="175013" cy="27000"/>
          </a:xfrm>
        </p:grpSpPr>
        <p:sp>
          <p:nvSpPr>
            <p:cNvPr id="900" name="Google Shape;900;p18"/>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8"/>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8"/>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CUSTOM_10">
    <p:spTree>
      <p:nvGrpSpPr>
        <p:cNvPr id="903" name="Shape 903"/>
        <p:cNvGrpSpPr/>
        <p:nvPr/>
      </p:nvGrpSpPr>
      <p:grpSpPr>
        <a:xfrm>
          <a:off x="0" y="0"/>
          <a:ext cx="0" cy="0"/>
          <a:chOff x="0" y="0"/>
          <a:chExt cx="0" cy="0"/>
        </a:xfrm>
      </p:grpSpPr>
      <p:sp>
        <p:nvSpPr>
          <p:cNvPr id="904" name="Google Shape;904;p19"/>
          <p:cNvSpPr txBox="1"/>
          <p:nvPr>
            <p:ph type="title"/>
          </p:nvPr>
        </p:nvSpPr>
        <p:spPr>
          <a:xfrm>
            <a:off x="1271016" y="338328"/>
            <a:ext cx="6611100" cy="548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sp>
        <p:nvSpPr>
          <p:cNvPr id="905" name="Google Shape;905;p19"/>
          <p:cNvSpPr txBox="1"/>
          <p:nvPr>
            <p:ph idx="1" type="subTitle"/>
          </p:nvPr>
        </p:nvSpPr>
        <p:spPr>
          <a:xfrm>
            <a:off x="4690875" y="1491351"/>
            <a:ext cx="3557100" cy="2656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cxnSp>
        <p:nvCxnSpPr>
          <p:cNvPr id="906" name="Google Shape;906;p19"/>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907" name="Google Shape;907;p19"/>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908" name="Google Shape;908;p19"/>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909" name="Google Shape;909;p19"/>
          <p:cNvGrpSpPr/>
          <p:nvPr/>
        </p:nvGrpSpPr>
        <p:grpSpPr>
          <a:xfrm flipH="1">
            <a:off x="423750" y="125363"/>
            <a:ext cx="292025" cy="292575"/>
            <a:chOff x="7353050" y="316275"/>
            <a:chExt cx="292025" cy="292575"/>
          </a:xfrm>
        </p:grpSpPr>
        <p:sp>
          <p:nvSpPr>
            <p:cNvPr id="910" name="Google Shape;910;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4" name="Google Shape;914;p19"/>
          <p:cNvGrpSpPr/>
          <p:nvPr/>
        </p:nvGrpSpPr>
        <p:grpSpPr>
          <a:xfrm>
            <a:off x="1638739" y="558163"/>
            <a:ext cx="293111" cy="293388"/>
            <a:chOff x="3164039" y="430875"/>
            <a:chExt cx="293111" cy="293388"/>
          </a:xfrm>
        </p:grpSpPr>
        <p:sp>
          <p:nvSpPr>
            <p:cNvPr id="915" name="Google Shape;915;p1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1" name="Google Shape;921;p19"/>
          <p:cNvGrpSpPr/>
          <p:nvPr/>
        </p:nvGrpSpPr>
        <p:grpSpPr>
          <a:xfrm>
            <a:off x="1591750" y="362600"/>
            <a:ext cx="175013" cy="27000"/>
            <a:chOff x="5662375" y="212375"/>
            <a:chExt cx="175013" cy="27000"/>
          </a:xfrm>
        </p:grpSpPr>
        <p:sp>
          <p:nvSpPr>
            <p:cNvPr id="922" name="Google Shape;922;p1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25" name="Google Shape;925;p19"/>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926" name="Google Shape;926;p19"/>
          <p:cNvGrpSpPr/>
          <p:nvPr/>
        </p:nvGrpSpPr>
        <p:grpSpPr>
          <a:xfrm>
            <a:off x="7823875" y="202375"/>
            <a:ext cx="581800" cy="582350"/>
            <a:chOff x="8064275" y="887850"/>
            <a:chExt cx="581800" cy="582350"/>
          </a:xfrm>
        </p:grpSpPr>
        <p:sp>
          <p:nvSpPr>
            <p:cNvPr id="927" name="Google Shape;927;p1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 name="Google Shape;933;p19"/>
          <p:cNvGrpSpPr/>
          <p:nvPr/>
        </p:nvGrpSpPr>
        <p:grpSpPr>
          <a:xfrm flipH="1">
            <a:off x="8698650" y="1117488"/>
            <a:ext cx="292025" cy="292575"/>
            <a:chOff x="7353050" y="316275"/>
            <a:chExt cx="292025" cy="292575"/>
          </a:xfrm>
        </p:grpSpPr>
        <p:sp>
          <p:nvSpPr>
            <p:cNvPr id="934" name="Google Shape;934;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8" name="Google Shape;938;p19"/>
          <p:cNvGrpSpPr/>
          <p:nvPr/>
        </p:nvGrpSpPr>
        <p:grpSpPr>
          <a:xfrm>
            <a:off x="8678350" y="1581800"/>
            <a:ext cx="175013" cy="27000"/>
            <a:chOff x="5662375" y="212375"/>
            <a:chExt cx="175013" cy="27000"/>
          </a:xfrm>
        </p:grpSpPr>
        <p:sp>
          <p:nvSpPr>
            <p:cNvPr id="939" name="Google Shape;939;p1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42" name="Google Shape;942;p19"/>
          <p:cNvCxnSpPr/>
          <p:nvPr/>
        </p:nvCxnSpPr>
        <p:spPr>
          <a:xfrm flipH="1">
            <a:off x="5101704"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943" name="Google Shape;943;p19"/>
          <p:cNvCxnSpPr/>
          <p:nvPr/>
        </p:nvCxnSpPr>
        <p:spPr>
          <a:xfrm rot="10800000">
            <a:off x="6234804"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944" name="Google Shape;944;p19"/>
          <p:cNvCxnSpPr/>
          <p:nvPr/>
        </p:nvCxnSpPr>
        <p:spPr>
          <a:xfrm flipH="1">
            <a:off x="7547529"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945" name="Google Shape;945;p19"/>
          <p:cNvCxnSpPr/>
          <p:nvPr/>
        </p:nvCxnSpPr>
        <p:spPr>
          <a:xfrm flipH="1">
            <a:off x="8872054"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946" name="Google Shape;946;p19"/>
          <p:cNvGrpSpPr/>
          <p:nvPr/>
        </p:nvGrpSpPr>
        <p:grpSpPr>
          <a:xfrm>
            <a:off x="7278954" y="4513075"/>
            <a:ext cx="581800" cy="582350"/>
            <a:chOff x="8064275" y="887850"/>
            <a:chExt cx="581800" cy="582350"/>
          </a:xfrm>
        </p:grpSpPr>
        <p:sp>
          <p:nvSpPr>
            <p:cNvPr id="947" name="Google Shape;947;p1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3" name="Google Shape;953;p19"/>
          <p:cNvGrpSpPr/>
          <p:nvPr/>
        </p:nvGrpSpPr>
        <p:grpSpPr>
          <a:xfrm>
            <a:off x="6099454" y="4340463"/>
            <a:ext cx="292025" cy="292575"/>
            <a:chOff x="7353050" y="316275"/>
            <a:chExt cx="292025" cy="292575"/>
          </a:xfrm>
        </p:grpSpPr>
        <p:sp>
          <p:nvSpPr>
            <p:cNvPr id="954" name="Google Shape;954;p1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8" name="Google Shape;958;p19"/>
          <p:cNvGrpSpPr/>
          <p:nvPr/>
        </p:nvGrpSpPr>
        <p:grpSpPr>
          <a:xfrm>
            <a:off x="8792779" y="4315025"/>
            <a:ext cx="175000" cy="175000"/>
            <a:chOff x="8792300" y="321275"/>
            <a:chExt cx="175000" cy="175000"/>
          </a:xfrm>
        </p:grpSpPr>
        <p:sp>
          <p:nvSpPr>
            <p:cNvPr id="959" name="Google Shape;959;p19"/>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9"/>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9"/>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9"/>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3" name="Google Shape;963;p19"/>
          <p:cNvGrpSpPr/>
          <p:nvPr/>
        </p:nvGrpSpPr>
        <p:grpSpPr>
          <a:xfrm flipH="1">
            <a:off x="4972779" y="4657550"/>
            <a:ext cx="293111" cy="293388"/>
            <a:chOff x="3164039" y="430875"/>
            <a:chExt cx="293111" cy="293388"/>
          </a:xfrm>
        </p:grpSpPr>
        <p:sp>
          <p:nvSpPr>
            <p:cNvPr id="964" name="Google Shape;964;p19"/>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9"/>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9"/>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9"/>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9"/>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9"/>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0" name="Google Shape;970;p19"/>
          <p:cNvGrpSpPr/>
          <p:nvPr/>
        </p:nvGrpSpPr>
        <p:grpSpPr>
          <a:xfrm>
            <a:off x="8721804" y="4142425"/>
            <a:ext cx="175013" cy="27000"/>
            <a:chOff x="5662375" y="212375"/>
            <a:chExt cx="175013" cy="27000"/>
          </a:xfrm>
        </p:grpSpPr>
        <p:sp>
          <p:nvSpPr>
            <p:cNvPr id="971" name="Google Shape;971;p19"/>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9"/>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9"/>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9">
    <p:spTree>
      <p:nvGrpSpPr>
        <p:cNvPr id="974" name="Shape 974"/>
        <p:cNvGrpSpPr/>
        <p:nvPr/>
      </p:nvGrpSpPr>
      <p:grpSpPr>
        <a:xfrm>
          <a:off x="0" y="0"/>
          <a:ext cx="0" cy="0"/>
          <a:chOff x="0" y="0"/>
          <a:chExt cx="0" cy="0"/>
        </a:xfrm>
      </p:grpSpPr>
      <p:sp>
        <p:nvSpPr>
          <p:cNvPr id="975" name="Google Shape;975;p20"/>
          <p:cNvSpPr txBox="1"/>
          <p:nvPr>
            <p:ph type="title"/>
          </p:nvPr>
        </p:nvSpPr>
        <p:spPr>
          <a:xfrm>
            <a:off x="2105425" y="384048"/>
            <a:ext cx="4937700" cy="10791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p:txBody>
      </p:sp>
      <p:sp>
        <p:nvSpPr>
          <p:cNvPr id="976" name="Google Shape;976;p20"/>
          <p:cNvSpPr txBox="1"/>
          <p:nvPr>
            <p:ph idx="1" type="subTitle"/>
          </p:nvPr>
        </p:nvSpPr>
        <p:spPr>
          <a:xfrm>
            <a:off x="3017520" y="1709928"/>
            <a:ext cx="3099900" cy="1435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p:txBody>
      </p:sp>
      <p:sp>
        <p:nvSpPr>
          <p:cNvPr id="977" name="Google Shape;977;p20"/>
          <p:cNvSpPr txBox="1"/>
          <p:nvPr/>
        </p:nvSpPr>
        <p:spPr>
          <a:xfrm>
            <a:off x="2489375" y="3664200"/>
            <a:ext cx="4161600" cy="762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indent="0" lvl="0" marL="0" rtl="0" algn="ctr">
              <a:spcBef>
                <a:spcPts val="0"/>
              </a:spcBef>
              <a:spcAft>
                <a:spcPts val="0"/>
              </a:spcAft>
              <a:buNone/>
            </a:pPr>
            <a:r>
              <a:t/>
            </a:r>
            <a:endParaRPr>
              <a:solidFill>
                <a:schemeClr val="dk2"/>
              </a:solidFill>
              <a:latin typeface="Barlow Semi Condensed"/>
              <a:ea typeface="Barlow Semi Condensed"/>
              <a:cs typeface="Barlow Semi Condensed"/>
              <a:sym typeface="Barlow Semi Condensed"/>
            </a:endParaRPr>
          </a:p>
        </p:txBody>
      </p:sp>
      <p:cxnSp>
        <p:nvCxnSpPr>
          <p:cNvPr id="978" name="Google Shape;978;p20"/>
          <p:cNvCxnSpPr/>
          <p:nvPr/>
        </p:nvCxnSpPr>
        <p:spPr>
          <a:xfrm rot="5400000">
            <a:off x="7269708" y="3324550"/>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979" name="Google Shape;979;p20"/>
          <p:cNvCxnSpPr/>
          <p:nvPr/>
        </p:nvCxnSpPr>
        <p:spPr>
          <a:xfrm flipH="1" rot="-5400000">
            <a:off x="7181408" y="2082400"/>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980" name="Google Shape;980;p20"/>
          <p:cNvCxnSpPr/>
          <p:nvPr/>
        </p:nvCxnSpPr>
        <p:spPr>
          <a:xfrm rot="5400000">
            <a:off x="7232433" y="736375"/>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981" name="Google Shape;981;p20"/>
          <p:cNvCxnSpPr/>
          <p:nvPr/>
        </p:nvCxnSpPr>
        <p:spPr>
          <a:xfrm rot="5400000">
            <a:off x="8168433" y="-6660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982" name="Google Shape;982;p20"/>
          <p:cNvGrpSpPr/>
          <p:nvPr/>
        </p:nvGrpSpPr>
        <p:grpSpPr>
          <a:xfrm flipH="1" rot="5400000">
            <a:off x="7407333" y="1284925"/>
            <a:ext cx="581800" cy="582350"/>
            <a:chOff x="8064275" y="887850"/>
            <a:chExt cx="581800" cy="582350"/>
          </a:xfrm>
        </p:grpSpPr>
        <p:sp>
          <p:nvSpPr>
            <p:cNvPr id="983" name="Google Shape;983;p2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20"/>
          <p:cNvGrpSpPr/>
          <p:nvPr/>
        </p:nvGrpSpPr>
        <p:grpSpPr>
          <a:xfrm flipH="1" rot="5400000">
            <a:off x="7869720" y="2754200"/>
            <a:ext cx="292025" cy="292575"/>
            <a:chOff x="7353050" y="316275"/>
            <a:chExt cx="292025" cy="292575"/>
          </a:xfrm>
        </p:grpSpPr>
        <p:sp>
          <p:nvSpPr>
            <p:cNvPr id="990" name="Google Shape;990;p2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4" name="Google Shape;994;p20"/>
          <p:cNvGrpSpPr/>
          <p:nvPr/>
        </p:nvGrpSpPr>
        <p:grpSpPr>
          <a:xfrm flipH="1" rot="5400000">
            <a:off x="8012458" y="178175"/>
            <a:ext cx="175000" cy="175000"/>
            <a:chOff x="8792300" y="321275"/>
            <a:chExt cx="175000" cy="175000"/>
          </a:xfrm>
        </p:grpSpPr>
        <p:sp>
          <p:nvSpPr>
            <p:cNvPr id="995" name="Google Shape;995;p2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9" name="Google Shape;999;p20"/>
          <p:cNvGrpSpPr/>
          <p:nvPr/>
        </p:nvGrpSpPr>
        <p:grpSpPr>
          <a:xfrm rot="5400000">
            <a:off x="7551683" y="3879926"/>
            <a:ext cx="293111" cy="293388"/>
            <a:chOff x="3164039" y="430875"/>
            <a:chExt cx="293111" cy="293388"/>
          </a:xfrm>
        </p:grpSpPr>
        <p:sp>
          <p:nvSpPr>
            <p:cNvPr id="1000" name="Google Shape;1000;p20"/>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0"/>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0"/>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0"/>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0"/>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0"/>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6" name="Google Shape;1006;p20"/>
          <p:cNvGrpSpPr/>
          <p:nvPr/>
        </p:nvGrpSpPr>
        <p:grpSpPr>
          <a:xfrm flipH="1" rot="5400000">
            <a:off x="8259052" y="323144"/>
            <a:ext cx="175013" cy="27000"/>
            <a:chOff x="5662375" y="212375"/>
            <a:chExt cx="175013" cy="27000"/>
          </a:xfrm>
        </p:grpSpPr>
        <p:sp>
          <p:nvSpPr>
            <p:cNvPr id="1007" name="Google Shape;1007;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10" name="Google Shape;1010;p20"/>
          <p:cNvCxnSpPr/>
          <p:nvPr/>
        </p:nvCxnSpPr>
        <p:spPr>
          <a:xfrm flipH="1" rot="5400000">
            <a:off x="740850" y="25983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1011" name="Google Shape;1011;p20"/>
          <p:cNvCxnSpPr/>
          <p:nvPr/>
        </p:nvCxnSpPr>
        <p:spPr>
          <a:xfrm rot="-5400000">
            <a:off x="847100" y="355400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012" name="Google Shape;1012;p20"/>
          <p:cNvCxnSpPr/>
          <p:nvPr/>
        </p:nvCxnSpPr>
        <p:spPr>
          <a:xfrm flipH="1" rot="5400000">
            <a:off x="1105775" y="415125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013" name="Google Shape;1013;p20"/>
          <p:cNvGrpSpPr/>
          <p:nvPr/>
        </p:nvGrpSpPr>
        <p:grpSpPr>
          <a:xfrm rot="5400000">
            <a:off x="621475" y="4062025"/>
            <a:ext cx="581800" cy="582350"/>
            <a:chOff x="8064275" y="887850"/>
            <a:chExt cx="581800" cy="582350"/>
          </a:xfrm>
        </p:grpSpPr>
        <p:sp>
          <p:nvSpPr>
            <p:cNvPr id="1014" name="Google Shape;1014;p2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0" name="Google Shape;1020;p20"/>
          <p:cNvGrpSpPr/>
          <p:nvPr/>
        </p:nvGrpSpPr>
        <p:grpSpPr>
          <a:xfrm rot="5400000">
            <a:off x="1482825" y="3350800"/>
            <a:ext cx="292025" cy="292575"/>
            <a:chOff x="7353050" y="316275"/>
            <a:chExt cx="292025" cy="292575"/>
          </a:xfrm>
        </p:grpSpPr>
        <p:sp>
          <p:nvSpPr>
            <p:cNvPr id="1021" name="Google Shape;1021;p2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5" name="Google Shape;1025;p20"/>
          <p:cNvGrpSpPr/>
          <p:nvPr/>
        </p:nvGrpSpPr>
        <p:grpSpPr>
          <a:xfrm rot="5400000">
            <a:off x="1595125" y="4790325"/>
            <a:ext cx="175000" cy="175000"/>
            <a:chOff x="8792300" y="321275"/>
            <a:chExt cx="175000" cy="175000"/>
          </a:xfrm>
        </p:grpSpPr>
        <p:sp>
          <p:nvSpPr>
            <p:cNvPr id="1026" name="Google Shape;1026;p2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0" name="Google Shape;1030;p20"/>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0"/>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0"/>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0"/>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0"/>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0"/>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6" name="Google Shape;1036;p20"/>
          <p:cNvGrpSpPr/>
          <p:nvPr/>
        </p:nvGrpSpPr>
        <p:grpSpPr>
          <a:xfrm rot="5400000">
            <a:off x="1701119" y="1515381"/>
            <a:ext cx="175013" cy="27000"/>
            <a:chOff x="5662375" y="212375"/>
            <a:chExt cx="175013" cy="27000"/>
          </a:xfrm>
        </p:grpSpPr>
        <p:sp>
          <p:nvSpPr>
            <p:cNvPr id="1037" name="Google Shape;1037;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0" name="Google Shape;1040;p20"/>
          <p:cNvGrpSpPr/>
          <p:nvPr/>
        </p:nvGrpSpPr>
        <p:grpSpPr>
          <a:xfrm rot="5400000">
            <a:off x="1819519" y="4562081"/>
            <a:ext cx="175013" cy="27000"/>
            <a:chOff x="5662375" y="212375"/>
            <a:chExt cx="175013" cy="27000"/>
          </a:xfrm>
        </p:grpSpPr>
        <p:sp>
          <p:nvSpPr>
            <p:cNvPr id="1041" name="Google Shape;1041;p20"/>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0"/>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0"/>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4" name="Google Shape;1044;p20"/>
          <p:cNvGrpSpPr/>
          <p:nvPr/>
        </p:nvGrpSpPr>
        <p:grpSpPr>
          <a:xfrm rot="5400000">
            <a:off x="408594" y="4140781"/>
            <a:ext cx="175013" cy="27000"/>
            <a:chOff x="5662375" y="212375"/>
            <a:chExt cx="175013" cy="27000"/>
          </a:xfrm>
        </p:grpSpPr>
        <p:sp>
          <p:nvSpPr>
            <p:cNvPr id="1045" name="Google Shape;1045;p2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numbers">
  <p:cSld name="CUSTOM_11">
    <p:spTree>
      <p:nvGrpSpPr>
        <p:cNvPr id="1048" name="Shape 1048"/>
        <p:cNvGrpSpPr/>
        <p:nvPr/>
      </p:nvGrpSpPr>
      <p:grpSpPr>
        <a:xfrm>
          <a:off x="0" y="0"/>
          <a:ext cx="0" cy="0"/>
          <a:chOff x="0" y="0"/>
          <a:chExt cx="0" cy="0"/>
        </a:xfrm>
      </p:grpSpPr>
      <p:sp>
        <p:nvSpPr>
          <p:cNvPr id="1049" name="Google Shape;1049;p21"/>
          <p:cNvSpPr txBox="1"/>
          <p:nvPr>
            <p:ph hasCustomPrompt="1" type="title"/>
          </p:nvPr>
        </p:nvSpPr>
        <p:spPr>
          <a:xfrm>
            <a:off x="2825496" y="704088"/>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1050" name="Google Shape;1050;p21"/>
          <p:cNvSpPr txBox="1"/>
          <p:nvPr>
            <p:ph idx="1" type="subTitle"/>
          </p:nvPr>
        </p:nvSpPr>
        <p:spPr>
          <a:xfrm>
            <a:off x="2825496" y="1225296"/>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1051" name="Google Shape;1051;p21"/>
          <p:cNvSpPr txBox="1"/>
          <p:nvPr>
            <p:ph hasCustomPrompt="1" idx="2" type="title"/>
          </p:nvPr>
        </p:nvSpPr>
        <p:spPr>
          <a:xfrm>
            <a:off x="2825496" y="2185416"/>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1052" name="Google Shape;1052;p21"/>
          <p:cNvSpPr txBox="1"/>
          <p:nvPr>
            <p:ph idx="3" type="subTitle"/>
          </p:nvPr>
        </p:nvSpPr>
        <p:spPr>
          <a:xfrm>
            <a:off x="2825496" y="2697480"/>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sp>
        <p:nvSpPr>
          <p:cNvPr id="1053" name="Google Shape;1053;p21"/>
          <p:cNvSpPr txBox="1"/>
          <p:nvPr>
            <p:ph hasCustomPrompt="1" idx="4" type="title"/>
          </p:nvPr>
        </p:nvSpPr>
        <p:spPr>
          <a:xfrm>
            <a:off x="2825496" y="3648456"/>
            <a:ext cx="3483900" cy="5670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accent1"/>
              </a:buClr>
              <a:buSzPts val="3600"/>
              <a:buNone/>
              <a:defRPr sz="3600">
                <a:solidFill>
                  <a:schemeClr val="accent1"/>
                </a:solidFill>
              </a:defRPr>
            </a:lvl1pPr>
            <a:lvl2pPr lvl="1" rtl="0" algn="ctr">
              <a:spcBef>
                <a:spcPts val="0"/>
              </a:spcBef>
              <a:spcAft>
                <a:spcPts val="0"/>
              </a:spcAft>
              <a:buClr>
                <a:schemeClr val="accent1"/>
              </a:buClr>
              <a:buSzPts val="3600"/>
              <a:buNone/>
              <a:defRPr sz="3600">
                <a:solidFill>
                  <a:schemeClr val="accent1"/>
                </a:solidFill>
              </a:defRPr>
            </a:lvl2pPr>
            <a:lvl3pPr lvl="2" rtl="0" algn="ctr">
              <a:spcBef>
                <a:spcPts val="0"/>
              </a:spcBef>
              <a:spcAft>
                <a:spcPts val="0"/>
              </a:spcAft>
              <a:buClr>
                <a:schemeClr val="accent1"/>
              </a:buClr>
              <a:buSzPts val="3600"/>
              <a:buNone/>
              <a:defRPr sz="3600">
                <a:solidFill>
                  <a:schemeClr val="accent1"/>
                </a:solidFill>
              </a:defRPr>
            </a:lvl3pPr>
            <a:lvl4pPr lvl="3" rtl="0" algn="ctr">
              <a:spcBef>
                <a:spcPts val="0"/>
              </a:spcBef>
              <a:spcAft>
                <a:spcPts val="0"/>
              </a:spcAft>
              <a:buClr>
                <a:schemeClr val="accent1"/>
              </a:buClr>
              <a:buSzPts val="3600"/>
              <a:buNone/>
              <a:defRPr sz="3600">
                <a:solidFill>
                  <a:schemeClr val="accent1"/>
                </a:solidFill>
              </a:defRPr>
            </a:lvl4pPr>
            <a:lvl5pPr lvl="4" rtl="0" algn="ctr">
              <a:spcBef>
                <a:spcPts val="0"/>
              </a:spcBef>
              <a:spcAft>
                <a:spcPts val="0"/>
              </a:spcAft>
              <a:buClr>
                <a:schemeClr val="accent1"/>
              </a:buClr>
              <a:buSzPts val="3600"/>
              <a:buNone/>
              <a:defRPr sz="3600">
                <a:solidFill>
                  <a:schemeClr val="accent1"/>
                </a:solidFill>
              </a:defRPr>
            </a:lvl5pPr>
            <a:lvl6pPr lvl="5" rtl="0" algn="ctr">
              <a:spcBef>
                <a:spcPts val="0"/>
              </a:spcBef>
              <a:spcAft>
                <a:spcPts val="0"/>
              </a:spcAft>
              <a:buClr>
                <a:schemeClr val="accent1"/>
              </a:buClr>
              <a:buSzPts val="3600"/>
              <a:buNone/>
              <a:defRPr sz="3600">
                <a:solidFill>
                  <a:schemeClr val="accent1"/>
                </a:solidFill>
              </a:defRPr>
            </a:lvl6pPr>
            <a:lvl7pPr lvl="6" rtl="0" algn="ctr">
              <a:spcBef>
                <a:spcPts val="0"/>
              </a:spcBef>
              <a:spcAft>
                <a:spcPts val="0"/>
              </a:spcAft>
              <a:buClr>
                <a:schemeClr val="accent1"/>
              </a:buClr>
              <a:buSzPts val="3600"/>
              <a:buNone/>
              <a:defRPr sz="3600">
                <a:solidFill>
                  <a:schemeClr val="accent1"/>
                </a:solidFill>
              </a:defRPr>
            </a:lvl7pPr>
            <a:lvl8pPr lvl="7" rtl="0" algn="ctr">
              <a:spcBef>
                <a:spcPts val="0"/>
              </a:spcBef>
              <a:spcAft>
                <a:spcPts val="0"/>
              </a:spcAft>
              <a:buClr>
                <a:schemeClr val="accent1"/>
              </a:buClr>
              <a:buSzPts val="3600"/>
              <a:buNone/>
              <a:defRPr sz="3600">
                <a:solidFill>
                  <a:schemeClr val="accent1"/>
                </a:solidFill>
              </a:defRPr>
            </a:lvl8pPr>
            <a:lvl9pPr lvl="8" rtl="0" algn="ctr">
              <a:spcBef>
                <a:spcPts val="0"/>
              </a:spcBef>
              <a:spcAft>
                <a:spcPts val="0"/>
              </a:spcAft>
              <a:buClr>
                <a:schemeClr val="accent1"/>
              </a:buClr>
              <a:buSzPts val="3600"/>
              <a:buNone/>
              <a:defRPr sz="3600">
                <a:solidFill>
                  <a:schemeClr val="accent1"/>
                </a:solidFill>
              </a:defRPr>
            </a:lvl9pPr>
          </a:lstStyle>
          <a:p>
            <a:r>
              <a:t>xx%</a:t>
            </a:r>
          </a:p>
        </p:txBody>
      </p:sp>
      <p:sp>
        <p:nvSpPr>
          <p:cNvPr id="1054" name="Google Shape;1054;p21"/>
          <p:cNvSpPr txBox="1"/>
          <p:nvPr>
            <p:ph idx="5" type="subTitle"/>
          </p:nvPr>
        </p:nvSpPr>
        <p:spPr>
          <a:xfrm>
            <a:off x="2834640" y="4169664"/>
            <a:ext cx="3483900" cy="274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p:txBody>
      </p:sp>
      <p:cxnSp>
        <p:nvCxnSpPr>
          <p:cNvPr id="1055" name="Google Shape;1055;p21"/>
          <p:cNvCxnSpPr/>
          <p:nvPr/>
        </p:nvCxnSpPr>
        <p:spPr>
          <a:xfrm rot="5400000">
            <a:off x="7269708" y="3324550"/>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1056" name="Google Shape;1056;p21"/>
          <p:cNvCxnSpPr/>
          <p:nvPr/>
        </p:nvCxnSpPr>
        <p:spPr>
          <a:xfrm flipH="1" rot="-5400000">
            <a:off x="7181408" y="2082400"/>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1057" name="Google Shape;1057;p21"/>
          <p:cNvCxnSpPr/>
          <p:nvPr/>
        </p:nvCxnSpPr>
        <p:spPr>
          <a:xfrm rot="5400000">
            <a:off x="7232433" y="736375"/>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1058" name="Google Shape;1058;p21"/>
          <p:cNvCxnSpPr/>
          <p:nvPr/>
        </p:nvCxnSpPr>
        <p:spPr>
          <a:xfrm rot="5400000">
            <a:off x="8168433" y="-6660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1059" name="Google Shape;1059;p21"/>
          <p:cNvGrpSpPr/>
          <p:nvPr/>
        </p:nvGrpSpPr>
        <p:grpSpPr>
          <a:xfrm flipH="1" rot="5400000">
            <a:off x="7407333" y="1284925"/>
            <a:ext cx="581800" cy="582350"/>
            <a:chOff x="8064275" y="887850"/>
            <a:chExt cx="581800" cy="582350"/>
          </a:xfrm>
        </p:grpSpPr>
        <p:sp>
          <p:nvSpPr>
            <p:cNvPr id="1060" name="Google Shape;1060;p2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6" name="Google Shape;1066;p21"/>
          <p:cNvGrpSpPr/>
          <p:nvPr/>
        </p:nvGrpSpPr>
        <p:grpSpPr>
          <a:xfrm flipH="1" rot="5400000">
            <a:off x="7869720" y="2754200"/>
            <a:ext cx="292025" cy="292575"/>
            <a:chOff x="7353050" y="316275"/>
            <a:chExt cx="292025" cy="292575"/>
          </a:xfrm>
        </p:grpSpPr>
        <p:sp>
          <p:nvSpPr>
            <p:cNvPr id="1067" name="Google Shape;1067;p2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1" name="Google Shape;1071;p21"/>
          <p:cNvGrpSpPr/>
          <p:nvPr/>
        </p:nvGrpSpPr>
        <p:grpSpPr>
          <a:xfrm flipH="1" rot="5400000">
            <a:off x="8012458" y="178175"/>
            <a:ext cx="175000" cy="175000"/>
            <a:chOff x="8792300" y="321275"/>
            <a:chExt cx="175000" cy="175000"/>
          </a:xfrm>
        </p:grpSpPr>
        <p:sp>
          <p:nvSpPr>
            <p:cNvPr id="1072" name="Google Shape;1072;p2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6" name="Google Shape;1076;p21"/>
          <p:cNvGrpSpPr/>
          <p:nvPr/>
        </p:nvGrpSpPr>
        <p:grpSpPr>
          <a:xfrm rot="5400000">
            <a:off x="7551683" y="3879926"/>
            <a:ext cx="293111" cy="293388"/>
            <a:chOff x="3164039" y="430875"/>
            <a:chExt cx="293111" cy="293388"/>
          </a:xfrm>
        </p:grpSpPr>
        <p:sp>
          <p:nvSpPr>
            <p:cNvPr id="1077" name="Google Shape;1077;p2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3" name="Google Shape;1083;p21"/>
          <p:cNvGrpSpPr/>
          <p:nvPr/>
        </p:nvGrpSpPr>
        <p:grpSpPr>
          <a:xfrm flipH="1" rot="5400000">
            <a:off x="8259052" y="323144"/>
            <a:ext cx="175013" cy="27000"/>
            <a:chOff x="5662375" y="212375"/>
            <a:chExt cx="175013" cy="27000"/>
          </a:xfrm>
        </p:grpSpPr>
        <p:sp>
          <p:nvSpPr>
            <p:cNvPr id="1084" name="Google Shape;1084;p2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87" name="Google Shape;1087;p21"/>
          <p:cNvCxnSpPr/>
          <p:nvPr/>
        </p:nvCxnSpPr>
        <p:spPr>
          <a:xfrm flipH="1" rot="5400000">
            <a:off x="740850" y="25983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1088" name="Google Shape;1088;p21"/>
          <p:cNvCxnSpPr/>
          <p:nvPr/>
        </p:nvCxnSpPr>
        <p:spPr>
          <a:xfrm rot="-5400000">
            <a:off x="847100" y="355400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089" name="Google Shape;1089;p21"/>
          <p:cNvCxnSpPr/>
          <p:nvPr/>
        </p:nvCxnSpPr>
        <p:spPr>
          <a:xfrm flipH="1" rot="5400000">
            <a:off x="1105775" y="415125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090" name="Google Shape;1090;p21"/>
          <p:cNvGrpSpPr/>
          <p:nvPr/>
        </p:nvGrpSpPr>
        <p:grpSpPr>
          <a:xfrm rot="5400000">
            <a:off x="621475" y="4062025"/>
            <a:ext cx="581800" cy="582350"/>
            <a:chOff x="8064275" y="887850"/>
            <a:chExt cx="581800" cy="582350"/>
          </a:xfrm>
        </p:grpSpPr>
        <p:sp>
          <p:nvSpPr>
            <p:cNvPr id="1091" name="Google Shape;1091;p2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7" name="Google Shape;1097;p21"/>
          <p:cNvGrpSpPr/>
          <p:nvPr/>
        </p:nvGrpSpPr>
        <p:grpSpPr>
          <a:xfrm rot="5400000">
            <a:off x="1482825" y="3350800"/>
            <a:ext cx="292025" cy="292575"/>
            <a:chOff x="7353050" y="316275"/>
            <a:chExt cx="292025" cy="292575"/>
          </a:xfrm>
        </p:grpSpPr>
        <p:sp>
          <p:nvSpPr>
            <p:cNvPr id="1098" name="Google Shape;1098;p2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2" name="Google Shape;1102;p21"/>
          <p:cNvGrpSpPr/>
          <p:nvPr/>
        </p:nvGrpSpPr>
        <p:grpSpPr>
          <a:xfrm rot="5400000">
            <a:off x="1595125" y="4790325"/>
            <a:ext cx="175000" cy="175000"/>
            <a:chOff x="8792300" y="321275"/>
            <a:chExt cx="175000" cy="175000"/>
          </a:xfrm>
        </p:grpSpPr>
        <p:sp>
          <p:nvSpPr>
            <p:cNvPr id="1103" name="Google Shape;1103;p2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21"/>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1"/>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1"/>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1"/>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1"/>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1"/>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3" name="Google Shape;1113;p21"/>
          <p:cNvGrpSpPr/>
          <p:nvPr/>
        </p:nvGrpSpPr>
        <p:grpSpPr>
          <a:xfrm rot="5400000">
            <a:off x="1701119" y="1515381"/>
            <a:ext cx="175013" cy="27000"/>
            <a:chOff x="5662375" y="212375"/>
            <a:chExt cx="175013" cy="27000"/>
          </a:xfrm>
        </p:grpSpPr>
        <p:sp>
          <p:nvSpPr>
            <p:cNvPr id="1114" name="Google Shape;1114;p2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7" name="Google Shape;1117;p21"/>
          <p:cNvGrpSpPr/>
          <p:nvPr/>
        </p:nvGrpSpPr>
        <p:grpSpPr>
          <a:xfrm rot="5400000">
            <a:off x="1819519" y="4562081"/>
            <a:ext cx="175013" cy="27000"/>
            <a:chOff x="5662375" y="212375"/>
            <a:chExt cx="175013" cy="27000"/>
          </a:xfrm>
        </p:grpSpPr>
        <p:sp>
          <p:nvSpPr>
            <p:cNvPr id="1118" name="Google Shape;1118;p2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1" name="Google Shape;1121;p21"/>
          <p:cNvGrpSpPr/>
          <p:nvPr/>
        </p:nvGrpSpPr>
        <p:grpSpPr>
          <a:xfrm rot="5400000">
            <a:off x="408594" y="4140781"/>
            <a:ext cx="175013" cy="27000"/>
            <a:chOff x="5662375" y="212375"/>
            <a:chExt cx="175013" cy="27000"/>
          </a:xfrm>
        </p:grpSpPr>
        <p:sp>
          <p:nvSpPr>
            <p:cNvPr id="1122" name="Google Shape;1122;p2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3">
  <p:cSld name="CUSTOM_13">
    <p:spTree>
      <p:nvGrpSpPr>
        <p:cNvPr id="1125" name="Shape 1125"/>
        <p:cNvGrpSpPr/>
        <p:nvPr/>
      </p:nvGrpSpPr>
      <p:grpSpPr>
        <a:xfrm>
          <a:off x="0" y="0"/>
          <a:ext cx="0" cy="0"/>
          <a:chOff x="0" y="0"/>
          <a:chExt cx="0" cy="0"/>
        </a:xfrm>
      </p:grpSpPr>
      <p:sp>
        <p:nvSpPr>
          <p:cNvPr id="1126" name="Google Shape;1126;p22"/>
          <p:cNvSpPr txBox="1"/>
          <p:nvPr>
            <p:ph type="title"/>
          </p:nvPr>
        </p:nvSpPr>
        <p:spPr>
          <a:xfrm>
            <a:off x="2962656" y="338328"/>
            <a:ext cx="32187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grpSp>
        <p:nvGrpSpPr>
          <p:cNvPr id="1127" name="Google Shape;1127;p22"/>
          <p:cNvGrpSpPr/>
          <p:nvPr/>
        </p:nvGrpSpPr>
        <p:grpSpPr>
          <a:xfrm>
            <a:off x="261711" y="-1158"/>
            <a:ext cx="8550326" cy="3981600"/>
            <a:chOff x="261711" y="-1158"/>
            <a:chExt cx="8550326" cy="3981600"/>
          </a:xfrm>
        </p:grpSpPr>
        <p:cxnSp>
          <p:nvCxnSpPr>
            <p:cNvPr id="1128" name="Google Shape;1128;p22"/>
            <p:cNvCxnSpPr/>
            <p:nvPr/>
          </p:nvCxnSpPr>
          <p:spPr>
            <a:xfrm>
              <a:off x="515925" y="-1158"/>
              <a:ext cx="0" cy="3981600"/>
            </a:xfrm>
            <a:prstGeom prst="straightConnector1">
              <a:avLst/>
            </a:prstGeom>
            <a:noFill/>
            <a:ln cap="flat" cmpd="sng" w="9525">
              <a:solidFill>
                <a:schemeClr val="dk2"/>
              </a:solidFill>
              <a:prstDash val="solid"/>
              <a:round/>
              <a:headEnd len="med" w="med" type="none"/>
              <a:tailEnd len="med" w="med" type="none"/>
            </a:ln>
          </p:spPr>
        </p:cxnSp>
        <p:cxnSp>
          <p:nvCxnSpPr>
            <p:cNvPr id="1129" name="Google Shape;1129;p22"/>
            <p:cNvCxnSpPr/>
            <p:nvPr/>
          </p:nvCxnSpPr>
          <p:spPr>
            <a:xfrm>
              <a:off x="8666025" y="-1158"/>
              <a:ext cx="0" cy="1902000"/>
            </a:xfrm>
            <a:prstGeom prst="straightConnector1">
              <a:avLst/>
            </a:prstGeom>
            <a:noFill/>
            <a:ln cap="flat" cmpd="sng" w="9525">
              <a:solidFill>
                <a:schemeClr val="dk2"/>
              </a:solidFill>
              <a:prstDash val="solid"/>
              <a:round/>
              <a:headEnd len="med" w="med" type="none"/>
              <a:tailEnd len="med" w="med" type="none"/>
            </a:ln>
          </p:spPr>
        </p:cxnSp>
        <p:grpSp>
          <p:nvGrpSpPr>
            <p:cNvPr id="1130" name="Google Shape;1130;p22"/>
            <p:cNvGrpSpPr/>
            <p:nvPr/>
          </p:nvGrpSpPr>
          <p:grpSpPr>
            <a:xfrm rot="10800000">
              <a:off x="343275" y="3300779"/>
              <a:ext cx="344736" cy="345385"/>
              <a:chOff x="7353050" y="316275"/>
              <a:chExt cx="292025" cy="292575"/>
            </a:xfrm>
          </p:grpSpPr>
          <p:sp>
            <p:nvSpPr>
              <p:cNvPr id="1131" name="Google Shape;1131;p2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5" name="Google Shape;1135;p22"/>
            <p:cNvGrpSpPr/>
            <p:nvPr/>
          </p:nvGrpSpPr>
          <p:grpSpPr>
            <a:xfrm rot="10800000">
              <a:off x="8520013" y="714742"/>
              <a:ext cx="292025" cy="292575"/>
              <a:chOff x="7353050" y="316275"/>
              <a:chExt cx="292025" cy="292575"/>
            </a:xfrm>
          </p:grpSpPr>
          <p:sp>
            <p:nvSpPr>
              <p:cNvPr id="1136" name="Google Shape;1136;p2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0" name="Google Shape;1140;p22"/>
            <p:cNvGrpSpPr/>
            <p:nvPr/>
          </p:nvGrpSpPr>
          <p:grpSpPr>
            <a:xfrm rot="10800000">
              <a:off x="261711" y="465077"/>
              <a:ext cx="507562" cy="507984"/>
              <a:chOff x="8064275" y="887850"/>
              <a:chExt cx="581800" cy="582350"/>
            </a:xfrm>
          </p:grpSpPr>
          <p:sp>
            <p:nvSpPr>
              <p:cNvPr id="1141" name="Google Shape;1141;p2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47" name="Google Shape;1147;p22"/>
          <p:cNvSpPr txBox="1"/>
          <p:nvPr>
            <p:ph idx="1" type="subTitle"/>
          </p:nvPr>
        </p:nvSpPr>
        <p:spPr>
          <a:xfrm>
            <a:off x="1408175" y="1035279"/>
            <a:ext cx="2184000" cy="457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48" name="Google Shape;1148;p22"/>
          <p:cNvSpPr txBox="1"/>
          <p:nvPr>
            <p:ph idx="2" type="subTitle"/>
          </p:nvPr>
        </p:nvSpPr>
        <p:spPr>
          <a:xfrm>
            <a:off x="1408175" y="1336956"/>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149" name="Google Shape;1149;p22"/>
          <p:cNvSpPr txBox="1"/>
          <p:nvPr>
            <p:ph idx="3" type="subTitle"/>
          </p:nvPr>
        </p:nvSpPr>
        <p:spPr>
          <a:xfrm>
            <a:off x="1408175" y="2309476"/>
            <a:ext cx="2184000" cy="457200"/>
          </a:xfrm>
          <a:prstGeom prst="rect">
            <a:avLst/>
          </a:prstGeom>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50" name="Google Shape;1150;p22"/>
          <p:cNvSpPr txBox="1"/>
          <p:nvPr>
            <p:ph idx="4" type="subTitle"/>
          </p:nvPr>
        </p:nvSpPr>
        <p:spPr>
          <a:xfrm>
            <a:off x="1408175" y="2609979"/>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151" name="Google Shape;1151;p22"/>
          <p:cNvSpPr txBox="1"/>
          <p:nvPr>
            <p:ph idx="5" type="subTitle"/>
          </p:nvPr>
        </p:nvSpPr>
        <p:spPr>
          <a:xfrm>
            <a:off x="1408175" y="3587645"/>
            <a:ext cx="2184000" cy="457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52" name="Google Shape;1152;p22"/>
          <p:cNvSpPr txBox="1"/>
          <p:nvPr>
            <p:ph idx="6" type="subTitle"/>
          </p:nvPr>
        </p:nvSpPr>
        <p:spPr>
          <a:xfrm>
            <a:off x="1408175" y="3889317"/>
            <a:ext cx="2184000" cy="610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4">
  <p:cSld name="CUSTOM_14">
    <p:spTree>
      <p:nvGrpSpPr>
        <p:cNvPr id="1153" name="Shape 1153"/>
        <p:cNvGrpSpPr/>
        <p:nvPr/>
      </p:nvGrpSpPr>
      <p:grpSpPr>
        <a:xfrm>
          <a:off x="0" y="0"/>
          <a:ext cx="0" cy="0"/>
          <a:chOff x="0" y="0"/>
          <a:chExt cx="0" cy="0"/>
        </a:xfrm>
      </p:grpSpPr>
      <p:cxnSp>
        <p:nvCxnSpPr>
          <p:cNvPr id="1154" name="Google Shape;1154;p23"/>
          <p:cNvCxnSpPr/>
          <p:nvPr/>
        </p:nvCxnSpPr>
        <p:spPr>
          <a:xfrm>
            <a:off x="590450" y="4340600"/>
            <a:ext cx="670200" cy="423000"/>
          </a:xfrm>
          <a:prstGeom prst="straightConnector1">
            <a:avLst/>
          </a:prstGeom>
          <a:noFill/>
          <a:ln cap="flat" cmpd="sng" w="9525">
            <a:solidFill>
              <a:schemeClr val="dk2"/>
            </a:solidFill>
            <a:prstDash val="solid"/>
            <a:round/>
            <a:headEnd len="med" w="med" type="none"/>
            <a:tailEnd len="med" w="med" type="none"/>
          </a:ln>
        </p:spPr>
      </p:cxnSp>
      <p:sp>
        <p:nvSpPr>
          <p:cNvPr id="1155" name="Google Shape;1155;p23"/>
          <p:cNvSpPr txBox="1"/>
          <p:nvPr>
            <p:ph type="title"/>
          </p:nvPr>
        </p:nvSpPr>
        <p:spPr>
          <a:xfrm>
            <a:off x="2208175" y="342775"/>
            <a:ext cx="4727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1156" name="Google Shape;1156;p23"/>
          <p:cNvCxnSpPr/>
          <p:nvPr/>
        </p:nvCxnSpPr>
        <p:spPr>
          <a:xfrm flipH="1" rot="10800000">
            <a:off x="0" y="4332550"/>
            <a:ext cx="590700" cy="663900"/>
          </a:xfrm>
          <a:prstGeom prst="straightConnector1">
            <a:avLst/>
          </a:prstGeom>
          <a:noFill/>
          <a:ln cap="flat" cmpd="sng" w="9525">
            <a:solidFill>
              <a:schemeClr val="dk2"/>
            </a:solidFill>
            <a:prstDash val="solid"/>
            <a:round/>
            <a:headEnd len="med" w="med" type="none"/>
            <a:tailEnd len="med" w="med" type="none"/>
          </a:ln>
        </p:spPr>
      </p:cxnSp>
      <p:grpSp>
        <p:nvGrpSpPr>
          <p:cNvPr id="1157" name="Google Shape;1157;p23"/>
          <p:cNvGrpSpPr/>
          <p:nvPr/>
        </p:nvGrpSpPr>
        <p:grpSpPr>
          <a:xfrm flipH="1">
            <a:off x="431725" y="4183775"/>
            <a:ext cx="292025" cy="292575"/>
            <a:chOff x="7353050" y="316275"/>
            <a:chExt cx="292025" cy="292575"/>
          </a:xfrm>
        </p:grpSpPr>
        <p:sp>
          <p:nvSpPr>
            <p:cNvPr id="1158" name="Google Shape;1158;p2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2" name="Google Shape;1162;p23"/>
          <p:cNvGrpSpPr/>
          <p:nvPr/>
        </p:nvGrpSpPr>
        <p:grpSpPr>
          <a:xfrm>
            <a:off x="1075789" y="4604675"/>
            <a:ext cx="293111" cy="293388"/>
            <a:chOff x="3164039" y="430875"/>
            <a:chExt cx="293111" cy="293388"/>
          </a:xfrm>
        </p:grpSpPr>
        <p:sp>
          <p:nvSpPr>
            <p:cNvPr id="1163" name="Google Shape;1163;p23"/>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3"/>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3"/>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3"/>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3"/>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3"/>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69" name="Google Shape;1169;p23"/>
          <p:cNvCxnSpPr/>
          <p:nvPr/>
        </p:nvCxnSpPr>
        <p:spPr>
          <a:xfrm rot="10800000">
            <a:off x="7196975" y="2951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170" name="Google Shape;1170;p23"/>
          <p:cNvCxnSpPr/>
          <p:nvPr/>
        </p:nvCxnSpPr>
        <p:spPr>
          <a:xfrm flipH="1">
            <a:off x="8354075" y="-66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171" name="Google Shape;1171;p23"/>
          <p:cNvGrpSpPr/>
          <p:nvPr/>
        </p:nvGrpSpPr>
        <p:grpSpPr>
          <a:xfrm>
            <a:off x="8064275" y="526925"/>
            <a:ext cx="581800" cy="582350"/>
            <a:chOff x="8064275" y="887850"/>
            <a:chExt cx="581800" cy="582350"/>
          </a:xfrm>
        </p:grpSpPr>
        <p:sp>
          <p:nvSpPr>
            <p:cNvPr id="1172" name="Google Shape;1172;p2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8" name="Google Shape;1178;p23"/>
          <p:cNvGrpSpPr/>
          <p:nvPr/>
        </p:nvGrpSpPr>
        <p:grpSpPr>
          <a:xfrm>
            <a:off x="7033875" y="170875"/>
            <a:ext cx="292025" cy="292575"/>
            <a:chOff x="7353050" y="316275"/>
            <a:chExt cx="292025" cy="292575"/>
          </a:xfrm>
        </p:grpSpPr>
        <p:sp>
          <p:nvSpPr>
            <p:cNvPr id="1179" name="Google Shape;1179;p2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3" name="Google Shape;1183;p23"/>
          <p:cNvGrpSpPr/>
          <p:nvPr/>
        </p:nvGrpSpPr>
        <p:grpSpPr>
          <a:xfrm>
            <a:off x="8757950" y="229650"/>
            <a:ext cx="175000" cy="175000"/>
            <a:chOff x="8792300" y="321275"/>
            <a:chExt cx="175000" cy="175000"/>
          </a:xfrm>
        </p:grpSpPr>
        <p:sp>
          <p:nvSpPr>
            <p:cNvPr id="1184" name="Google Shape;1184;p2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8" name="Google Shape;1188;p23"/>
          <p:cNvGrpSpPr/>
          <p:nvPr/>
        </p:nvGrpSpPr>
        <p:grpSpPr>
          <a:xfrm>
            <a:off x="8490050" y="170875"/>
            <a:ext cx="175013" cy="27000"/>
            <a:chOff x="5662375" y="212375"/>
            <a:chExt cx="175013" cy="27000"/>
          </a:xfrm>
        </p:grpSpPr>
        <p:sp>
          <p:nvSpPr>
            <p:cNvPr id="1189" name="Google Shape;1189;p2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2" name="Google Shape;1192;p23"/>
          <p:cNvGrpSpPr/>
          <p:nvPr/>
        </p:nvGrpSpPr>
        <p:grpSpPr>
          <a:xfrm>
            <a:off x="7916350" y="1124600"/>
            <a:ext cx="175013" cy="27000"/>
            <a:chOff x="5662375" y="212375"/>
            <a:chExt cx="175013" cy="27000"/>
          </a:xfrm>
        </p:grpSpPr>
        <p:sp>
          <p:nvSpPr>
            <p:cNvPr id="1193" name="Google Shape;1193;p2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6" name="Google Shape;1196;p23"/>
          <p:cNvSpPr txBox="1"/>
          <p:nvPr>
            <p:ph idx="1" type="subTitle"/>
          </p:nvPr>
        </p:nvSpPr>
        <p:spPr>
          <a:xfrm>
            <a:off x="5641848" y="2743200"/>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97" name="Google Shape;1197;p23"/>
          <p:cNvSpPr txBox="1"/>
          <p:nvPr>
            <p:ph idx="2" type="subTitle"/>
          </p:nvPr>
        </p:nvSpPr>
        <p:spPr>
          <a:xfrm>
            <a:off x="3639312" y="1636776"/>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98" name="Google Shape;1198;p23"/>
          <p:cNvSpPr txBox="1"/>
          <p:nvPr>
            <p:ph idx="3" type="subTitle"/>
          </p:nvPr>
        </p:nvSpPr>
        <p:spPr>
          <a:xfrm>
            <a:off x="1636776" y="2249424"/>
            <a:ext cx="1865400" cy="4023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199" name="Google Shape;1199;p23"/>
          <p:cNvSpPr txBox="1"/>
          <p:nvPr>
            <p:ph idx="4" type="subTitle"/>
          </p:nvPr>
        </p:nvSpPr>
        <p:spPr>
          <a:xfrm>
            <a:off x="5641848" y="3081528"/>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200" name="Google Shape;1200;p23"/>
          <p:cNvSpPr txBox="1"/>
          <p:nvPr>
            <p:ph idx="5" type="subTitle"/>
          </p:nvPr>
        </p:nvSpPr>
        <p:spPr>
          <a:xfrm>
            <a:off x="3639312" y="1975104"/>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
        <p:nvSpPr>
          <p:cNvPr id="1201" name="Google Shape;1201;p23"/>
          <p:cNvSpPr txBox="1"/>
          <p:nvPr>
            <p:ph idx="6" type="subTitle"/>
          </p:nvPr>
        </p:nvSpPr>
        <p:spPr>
          <a:xfrm>
            <a:off x="1636776" y="2596896"/>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1">
    <p:spTree>
      <p:nvGrpSpPr>
        <p:cNvPr id="1202" name="Shape 1202"/>
        <p:cNvGrpSpPr/>
        <p:nvPr/>
      </p:nvGrpSpPr>
      <p:grpSpPr>
        <a:xfrm>
          <a:off x="0" y="0"/>
          <a:ext cx="0" cy="0"/>
          <a:chOff x="0" y="0"/>
          <a:chExt cx="0" cy="0"/>
        </a:xfrm>
      </p:grpSpPr>
      <p:sp>
        <p:nvSpPr>
          <p:cNvPr id="1203" name="Google Shape;1203;p24"/>
          <p:cNvSpPr txBox="1"/>
          <p:nvPr>
            <p:ph type="title"/>
          </p:nvPr>
        </p:nvSpPr>
        <p:spPr>
          <a:xfrm>
            <a:off x="2532888" y="338328"/>
            <a:ext cx="408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04" name="Google Shape;1204;p24"/>
          <p:cNvSpPr txBox="1"/>
          <p:nvPr>
            <p:ph idx="1" type="body"/>
          </p:nvPr>
        </p:nvSpPr>
        <p:spPr>
          <a:xfrm>
            <a:off x="714650" y="1152150"/>
            <a:ext cx="7705500" cy="3529500"/>
          </a:xfrm>
          <a:prstGeom prst="rect">
            <a:avLst/>
          </a:prstGeom>
          <a:noFill/>
          <a:ln>
            <a:noFill/>
          </a:ln>
        </p:spPr>
        <p:txBody>
          <a:bodyPr anchorCtr="0" anchor="ctr" bIns="91425" lIns="91425" spcFirstLastPara="1" rIns="91425" wrap="square" tIns="91425">
            <a:noAutofit/>
          </a:bodyPr>
          <a:lstStyle>
            <a:lvl1pPr indent="-304800" lvl="0" marL="4572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indent="-304800" lvl="1" marL="9144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indent="-304800" lvl="2" marL="13716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indent="-304800" lvl="3" marL="1828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indent="-304800" lvl="4" marL="22860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indent="-304800" lvl="5" marL="27432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indent="-304800" lvl="6" marL="32004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indent="-304800" lvl="7" marL="36576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indent="-304800" lvl="8" marL="411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p:txBody>
      </p:sp>
      <p:cxnSp>
        <p:nvCxnSpPr>
          <p:cNvPr id="1205" name="Google Shape;1205;p24"/>
          <p:cNvCxnSpPr/>
          <p:nvPr/>
        </p:nvCxnSpPr>
        <p:spPr>
          <a:xfrm rot="10800000">
            <a:off x="303000" y="3359375"/>
            <a:ext cx="151800" cy="957300"/>
          </a:xfrm>
          <a:prstGeom prst="straightConnector1">
            <a:avLst/>
          </a:prstGeom>
          <a:noFill/>
          <a:ln cap="flat" cmpd="sng" w="9525">
            <a:solidFill>
              <a:schemeClr val="dk1"/>
            </a:solidFill>
            <a:prstDash val="solid"/>
            <a:round/>
            <a:headEnd len="med" w="med" type="none"/>
            <a:tailEnd len="med" w="med" type="none"/>
          </a:ln>
        </p:spPr>
      </p:cxnSp>
      <p:cxnSp>
        <p:nvCxnSpPr>
          <p:cNvPr id="1206" name="Google Shape;1206;p24"/>
          <p:cNvCxnSpPr/>
          <p:nvPr/>
        </p:nvCxnSpPr>
        <p:spPr>
          <a:xfrm flipH="1" rot="10800000">
            <a:off x="0" y="4332550"/>
            <a:ext cx="446700" cy="663900"/>
          </a:xfrm>
          <a:prstGeom prst="straightConnector1">
            <a:avLst/>
          </a:prstGeom>
          <a:noFill/>
          <a:ln cap="flat" cmpd="sng" w="9525">
            <a:solidFill>
              <a:schemeClr val="dk1"/>
            </a:solidFill>
            <a:prstDash val="solid"/>
            <a:round/>
            <a:headEnd len="med" w="med" type="none"/>
            <a:tailEnd len="med" w="med" type="none"/>
          </a:ln>
        </p:spPr>
      </p:cxnSp>
      <p:grpSp>
        <p:nvGrpSpPr>
          <p:cNvPr id="1207" name="Google Shape;1207;p24"/>
          <p:cNvGrpSpPr/>
          <p:nvPr/>
        </p:nvGrpSpPr>
        <p:grpSpPr>
          <a:xfrm flipH="1">
            <a:off x="300738" y="4167800"/>
            <a:ext cx="292025" cy="292575"/>
            <a:chOff x="7353050" y="316275"/>
            <a:chExt cx="292025" cy="292575"/>
          </a:xfrm>
        </p:grpSpPr>
        <p:sp>
          <p:nvSpPr>
            <p:cNvPr id="1208" name="Google Shape;1208;p2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2" name="Google Shape;1212;p24"/>
          <p:cNvGrpSpPr/>
          <p:nvPr/>
        </p:nvGrpSpPr>
        <p:grpSpPr>
          <a:xfrm>
            <a:off x="148789" y="3224300"/>
            <a:ext cx="293111" cy="293388"/>
            <a:chOff x="3164039" y="430875"/>
            <a:chExt cx="293111" cy="293388"/>
          </a:xfrm>
        </p:grpSpPr>
        <p:sp>
          <p:nvSpPr>
            <p:cNvPr id="1213" name="Google Shape;1213;p2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19" name="Google Shape;1219;p24"/>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1220" name="Google Shape;1220;p24"/>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1221" name="Google Shape;1221;p24"/>
          <p:cNvGrpSpPr/>
          <p:nvPr/>
        </p:nvGrpSpPr>
        <p:grpSpPr>
          <a:xfrm>
            <a:off x="8064275" y="526925"/>
            <a:ext cx="581800" cy="582350"/>
            <a:chOff x="8064275" y="887850"/>
            <a:chExt cx="581800" cy="582350"/>
          </a:xfrm>
        </p:grpSpPr>
        <p:sp>
          <p:nvSpPr>
            <p:cNvPr id="1222" name="Google Shape;1222;p2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8" name="Google Shape;1228;p24"/>
          <p:cNvGrpSpPr/>
          <p:nvPr/>
        </p:nvGrpSpPr>
        <p:grpSpPr>
          <a:xfrm>
            <a:off x="7033875" y="170875"/>
            <a:ext cx="292025" cy="292575"/>
            <a:chOff x="7353050" y="316275"/>
            <a:chExt cx="292025" cy="292575"/>
          </a:xfrm>
        </p:grpSpPr>
        <p:sp>
          <p:nvSpPr>
            <p:cNvPr id="1229" name="Google Shape;1229;p2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3" name="Google Shape;1233;p24"/>
          <p:cNvGrpSpPr/>
          <p:nvPr/>
        </p:nvGrpSpPr>
        <p:grpSpPr>
          <a:xfrm>
            <a:off x="8757950" y="229650"/>
            <a:ext cx="175000" cy="175000"/>
            <a:chOff x="8792300" y="321275"/>
            <a:chExt cx="175000" cy="175000"/>
          </a:xfrm>
        </p:grpSpPr>
        <p:sp>
          <p:nvSpPr>
            <p:cNvPr id="1234" name="Google Shape;1234;p2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24"/>
          <p:cNvGrpSpPr/>
          <p:nvPr/>
        </p:nvGrpSpPr>
        <p:grpSpPr>
          <a:xfrm>
            <a:off x="8490050" y="170875"/>
            <a:ext cx="175013" cy="27000"/>
            <a:chOff x="5662375" y="212375"/>
            <a:chExt cx="175013" cy="27000"/>
          </a:xfrm>
        </p:grpSpPr>
        <p:sp>
          <p:nvSpPr>
            <p:cNvPr id="1239" name="Google Shape;1239;p2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2" name="Google Shape;1242;p24"/>
          <p:cNvGrpSpPr/>
          <p:nvPr/>
        </p:nvGrpSpPr>
        <p:grpSpPr>
          <a:xfrm>
            <a:off x="7916350" y="1124600"/>
            <a:ext cx="175013" cy="27000"/>
            <a:chOff x="5662375" y="212375"/>
            <a:chExt cx="175013" cy="27000"/>
          </a:xfrm>
        </p:grpSpPr>
        <p:sp>
          <p:nvSpPr>
            <p:cNvPr id="1243" name="Google Shape;1243;p2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5">
    <p:spTree>
      <p:nvGrpSpPr>
        <p:cNvPr id="1246" name="Shape 1246"/>
        <p:cNvGrpSpPr/>
        <p:nvPr/>
      </p:nvGrpSpPr>
      <p:grpSpPr>
        <a:xfrm>
          <a:off x="0" y="0"/>
          <a:ext cx="0" cy="0"/>
          <a:chOff x="0" y="0"/>
          <a:chExt cx="0" cy="0"/>
        </a:xfrm>
      </p:grpSpPr>
      <p:sp>
        <p:nvSpPr>
          <p:cNvPr id="1247" name="Google Shape;1247;p25"/>
          <p:cNvSpPr txBox="1"/>
          <p:nvPr>
            <p:ph type="title"/>
          </p:nvPr>
        </p:nvSpPr>
        <p:spPr>
          <a:xfrm>
            <a:off x="723750" y="526925"/>
            <a:ext cx="76965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p:txBody>
      </p:sp>
      <p:cxnSp>
        <p:nvCxnSpPr>
          <p:cNvPr id="1248" name="Google Shape;1248;p25"/>
          <p:cNvCxnSpPr/>
          <p:nvPr/>
        </p:nvCxnSpPr>
        <p:spPr>
          <a:xfrm>
            <a:off x="590450" y="4340600"/>
            <a:ext cx="670200" cy="423000"/>
          </a:xfrm>
          <a:prstGeom prst="straightConnector1">
            <a:avLst/>
          </a:prstGeom>
          <a:noFill/>
          <a:ln cap="flat" cmpd="sng" w="9525">
            <a:solidFill>
              <a:schemeClr val="dk1"/>
            </a:solidFill>
            <a:prstDash val="solid"/>
            <a:round/>
            <a:headEnd len="med" w="med" type="none"/>
            <a:tailEnd len="med" w="med" type="none"/>
          </a:ln>
        </p:spPr>
      </p:cxnSp>
      <p:cxnSp>
        <p:nvCxnSpPr>
          <p:cNvPr id="1249" name="Google Shape;1249;p25"/>
          <p:cNvCxnSpPr/>
          <p:nvPr/>
        </p:nvCxnSpPr>
        <p:spPr>
          <a:xfrm flipH="1" rot="10800000">
            <a:off x="0" y="4332550"/>
            <a:ext cx="590700" cy="663900"/>
          </a:xfrm>
          <a:prstGeom prst="straightConnector1">
            <a:avLst/>
          </a:prstGeom>
          <a:noFill/>
          <a:ln cap="flat" cmpd="sng" w="9525">
            <a:solidFill>
              <a:schemeClr val="dk1"/>
            </a:solidFill>
            <a:prstDash val="solid"/>
            <a:round/>
            <a:headEnd len="med" w="med" type="none"/>
            <a:tailEnd len="med" w="med" type="none"/>
          </a:ln>
        </p:spPr>
      </p:cxnSp>
      <p:grpSp>
        <p:nvGrpSpPr>
          <p:cNvPr id="1250" name="Google Shape;1250;p25"/>
          <p:cNvGrpSpPr/>
          <p:nvPr/>
        </p:nvGrpSpPr>
        <p:grpSpPr>
          <a:xfrm flipH="1">
            <a:off x="431725" y="4183775"/>
            <a:ext cx="292025" cy="292575"/>
            <a:chOff x="7353050" y="316275"/>
            <a:chExt cx="292025" cy="292575"/>
          </a:xfrm>
        </p:grpSpPr>
        <p:sp>
          <p:nvSpPr>
            <p:cNvPr id="1251" name="Google Shape;1251;p2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5" name="Google Shape;1255;p25"/>
          <p:cNvGrpSpPr/>
          <p:nvPr/>
        </p:nvGrpSpPr>
        <p:grpSpPr>
          <a:xfrm>
            <a:off x="1075789" y="4604675"/>
            <a:ext cx="293111" cy="293388"/>
            <a:chOff x="3164039" y="430875"/>
            <a:chExt cx="293111" cy="293388"/>
          </a:xfrm>
        </p:grpSpPr>
        <p:sp>
          <p:nvSpPr>
            <p:cNvPr id="1256" name="Google Shape;1256;p25"/>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5"/>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5"/>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5"/>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5"/>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5"/>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62" name="Google Shape;1262;p25"/>
          <p:cNvCxnSpPr/>
          <p:nvPr/>
        </p:nvCxnSpPr>
        <p:spPr>
          <a:xfrm rot="10800000">
            <a:off x="7196975" y="2951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263" name="Google Shape;1263;p25"/>
          <p:cNvCxnSpPr/>
          <p:nvPr/>
        </p:nvCxnSpPr>
        <p:spPr>
          <a:xfrm flipH="1">
            <a:off x="8354075" y="-66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264" name="Google Shape;1264;p25"/>
          <p:cNvGrpSpPr/>
          <p:nvPr/>
        </p:nvGrpSpPr>
        <p:grpSpPr>
          <a:xfrm>
            <a:off x="8064275" y="526925"/>
            <a:ext cx="581800" cy="582350"/>
            <a:chOff x="8064275" y="887850"/>
            <a:chExt cx="581800" cy="582350"/>
          </a:xfrm>
        </p:grpSpPr>
        <p:sp>
          <p:nvSpPr>
            <p:cNvPr id="1265" name="Google Shape;1265;p2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1" name="Google Shape;1271;p25"/>
          <p:cNvGrpSpPr/>
          <p:nvPr/>
        </p:nvGrpSpPr>
        <p:grpSpPr>
          <a:xfrm>
            <a:off x="7033875" y="170875"/>
            <a:ext cx="292025" cy="292575"/>
            <a:chOff x="7353050" y="316275"/>
            <a:chExt cx="292025" cy="292575"/>
          </a:xfrm>
        </p:grpSpPr>
        <p:sp>
          <p:nvSpPr>
            <p:cNvPr id="1272" name="Google Shape;1272;p2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6" name="Google Shape;1276;p25"/>
          <p:cNvGrpSpPr/>
          <p:nvPr/>
        </p:nvGrpSpPr>
        <p:grpSpPr>
          <a:xfrm>
            <a:off x="8757950" y="229650"/>
            <a:ext cx="175000" cy="175000"/>
            <a:chOff x="8792300" y="321275"/>
            <a:chExt cx="175000" cy="175000"/>
          </a:xfrm>
        </p:grpSpPr>
        <p:sp>
          <p:nvSpPr>
            <p:cNvPr id="1277" name="Google Shape;1277;p25"/>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5"/>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5"/>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5"/>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1" name="Google Shape;1281;p25"/>
          <p:cNvGrpSpPr/>
          <p:nvPr/>
        </p:nvGrpSpPr>
        <p:grpSpPr>
          <a:xfrm>
            <a:off x="8490050" y="170875"/>
            <a:ext cx="175013" cy="27000"/>
            <a:chOff x="5662375" y="212375"/>
            <a:chExt cx="175013" cy="27000"/>
          </a:xfrm>
        </p:grpSpPr>
        <p:sp>
          <p:nvSpPr>
            <p:cNvPr id="1282" name="Google Shape;1282;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5" name="Google Shape;1285;p25"/>
          <p:cNvGrpSpPr/>
          <p:nvPr/>
        </p:nvGrpSpPr>
        <p:grpSpPr>
          <a:xfrm>
            <a:off x="7916350" y="1124600"/>
            <a:ext cx="175013" cy="27000"/>
            <a:chOff x="5662375" y="212375"/>
            <a:chExt cx="175013" cy="27000"/>
          </a:xfrm>
        </p:grpSpPr>
        <p:sp>
          <p:nvSpPr>
            <p:cNvPr id="1286" name="Google Shape;1286;p25"/>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5"/>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5"/>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6">
    <p:spTree>
      <p:nvGrpSpPr>
        <p:cNvPr id="1289" name="Shape 1289"/>
        <p:cNvGrpSpPr/>
        <p:nvPr/>
      </p:nvGrpSpPr>
      <p:grpSpPr>
        <a:xfrm>
          <a:off x="0" y="0"/>
          <a:ext cx="0" cy="0"/>
          <a:chOff x="0" y="0"/>
          <a:chExt cx="0" cy="0"/>
        </a:xfrm>
      </p:grpSpPr>
      <p:sp>
        <p:nvSpPr>
          <p:cNvPr id="1290" name="Google Shape;1290;p26"/>
          <p:cNvSpPr txBox="1"/>
          <p:nvPr>
            <p:ph type="title"/>
          </p:nvPr>
        </p:nvSpPr>
        <p:spPr>
          <a:xfrm>
            <a:off x="896100" y="1984450"/>
            <a:ext cx="3457200" cy="1292100"/>
          </a:xfrm>
          <a:prstGeom prst="rect">
            <a:avLst/>
          </a:prstGeom>
        </p:spPr>
        <p:txBody>
          <a:bodyPr anchorCtr="0" anchor="b" bIns="91425" lIns="91425" spcFirstLastPara="1" rIns="91425" wrap="square" tIns="91425">
            <a:noAutofit/>
          </a:bodyPr>
          <a:lstStyle>
            <a:lvl1pPr lvl="0" rtl="0">
              <a:spcBef>
                <a:spcPts val="0"/>
              </a:spcBef>
              <a:spcAft>
                <a:spcPts val="0"/>
              </a:spcAft>
              <a:buSzPts val="42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cxnSp>
        <p:nvCxnSpPr>
          <p:cNvPr id="1291" name="Google Shape;1291;p26"/>
          <p:cNvCxnSpPr/>
          <p:nvPr/>
        </p:nvCxnSpPr>
        <p:spPr>
          <a:xfrm>
            <a:off x="1645925" y="523125"/>
            <a:ext cx="1672500" cy="126000"/>
          </a:xfrm>
          <a:prstGeom prst="straightConnector1">
            <a:avLst/>
          </a:prstGeom>
          <a:noFill/>
          <a:ln cap="flat" cmpd="sng" w="9525">
            <a:solidFill>
              <a:schemeClr val="dk2"/>
            </a:solidFill>
            <a:prstDash val="solid"/>
            <a:round/>
            <a:headEnd len="med" w="med" type="none"/>
            <a:tailEnd len="med" w="med" type="none"/>
          </a:ln>
        </p:spPr>
      </p:cxnSp>
      <p:cxnSp>
        <p:nvCxnSpPr>
          <p:cNvPr id="1292" name="Google Shape;1292;p26"/>
          <p:cNvCxnSpPr/>
          <p:nvPr/>
        </p:nvCxnSpPr>
        <p:spPr>
          <a:xfrm flipH="1" rot="10800000">
            <a:off x="803050" y="529675"/>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293" name="Google Shape;1293;p26"/>
          <p:cNvCxnSpPr/>
          <p:nvPr/>
        </p:nvCxnSpPr>
        <p:spPr>
          <a:xfrm>
            <a:off x="0" y="65200"/>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294" name="Google Shape;1294;p26"/>
          <p:cNvGrpSpPr/>
          <p:nvPr/>
        </p:nvGrpSpPr>
        <p:grpSpPr>
          <a:xfrm flipH="1">
            <a:off x="499400" y="959675"/>
            <a:ext cx="581800" cy="582350"/>
            <a:chOff x="8064275" y="887850"/>
            <a:chExt cx="581800" cy="582350"/>
          </a:xfrm>
        </p:grpSpPr>
        <p:sp>
          <p:nvSpPr>
            <p:cNvPr id="1295" name="Google Shape;1295;p2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1" name="Google Shape;1301;p26"/>
          <p:cNvGrpSpPr/>
          <p:nvPr/>
        </p:nvGrpSpPr>
        <p:grpSpPr>
          <a:xfrm flipH="1">
            <a:off x="1500400" y="388100"/>
            <a:ext cx="292025" cy="292575"/>
            <a:chOff x="7353050" y="316275"/>
            <a:chExt cx="292025" cy="292575"/>
          </a:xfrm>
        </p:grpSpPr>
        <p:sp>
          <p:nvSpPr>
            <p:cNvPr id="1302" name="Google Shape;1302;p2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6" name="Google Shape;1306;p26"/>
          <p:cNvSpPr/>
          <p:nvPr/>
        </p:nvSpPr>
        <p:spPr>
          <a:xfrm flipH="1">
            <a:off x="3166281" y="497632"/>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6"/>
          <p:cNvSpPr/>
          <p:nvPr/>
        </p:nvSpPr>
        <p:spPr>
          <a:xfrm flipH="1">
            <a:off x="3164039" y="495100"/>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6"/>
          <p:cNvSpPr/>
          <p:nvPr/>
        </p:nvSpPr>
        <p:spPr>
          <a:xfrm flipH="1">
            <a:off x="3202780" y="534134"/>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6"/>
          <p:cNvSpPr/>
          <p:nvPr/>
        </p:nvSpPr>
        <p:spPr>
          <a:xfrm flipH="1">
            <a:off x="3200525" y="531602"/>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6"/>
          <p:cNvSpPr/>
          <p:nvPr/>
        </p:nvSpPr>
        <p:spPr>
          <a:xfrm flipH="1">
            <a:off x="3242641" y="573709"/>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6"/>
          <p:cNvSpPr/>
          <p:nvPr/>
        </p:nvSpPr>
        <p:spPr>
          <a:xfrm flipH="1">
            <a:off x="3240109" y="571467"/>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2" name="Google Shape;1312;p26"/>
          <p:cNvGrpSpPr/>
          <p:nvPr/>
        </p:nvGrpSpPr>
        <p:grpSpPr>
          <a:xfrm flipH="1">
            <a:off x="3527112" y="361100"/>
            <a:ext cx="175013" cy="27000"/>
            <a:chOff x="5662375" y="212375"/>
            <a:chExt cx="175013" cy="27000"/>
          </a:xfrm>
        </p:grpSpPr>
        <p:sp>
          <p:nvSpPr>
            <p:cNvPr id="1313" name="Google Shape;1313;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6" name="Google Shape;1316;p26"/>
          <p:cNvGrpSpPr/>
          <p:nvPr/>
        </p:nvGrpSpPr>
        <p:grpSpPr>
          <a:xfrm flipH="1">
            <a:off x="480412" y="242700"/>
            <a:ext cx="175013" cy="27000"/>
            <a:chOff x="5662375" y="212375"/>
            <a:chExt cx="175013" cy="27000"/>
          </a:xfrm>
        </p:grpSpPr>
        <p:sp>
          <p:nvSpPr>
            <p:cNvPr id="1317" name="Google Shape;1317;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0" name="Google Shape;1320;p26"/>
          <p:cNvGrpSpPr/>
          <p:nvPr/>
        </p:nvGrpSpPr>
        <p:grpSpPr>
          <a:xfrm flipH="1">
            <a:off x="901712" y="1653625"/>
            <a:ext cx="175013" cy="27000"/>
            <a:chOff x="5662375" y="212375"/>
            <a:chExt cx="175013" cy="27000"/>
          </a:xfrm>
        </p:grpSpPr>
        <p:sp>
          <p:nvSpPr>
            <p:cNvPr id="1321" name="Google Shape;1321;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24" name="Google Shape;1324;p26"/>
          <p:cNvCxnSpPr/>
          <p:nvPr/>
        </p:nvCxnSpPr>
        <p:spPr>
          <a:xfrm>
            <a:off x="791400" y="4212400"/>
            <a:ext cx="1157100" cy="542700"/>
          </a:xfrm>
          <a:prstGeom prst="straightConnector1">
            <a:avLst/>
          </a:prstGeom>
          <a:noFill/>
          <a:ln cap="flat" cmpd="sng" w="9525">
            <a:solidFill>
              <a:schemeClr val="dk2"/>
            </a:solidFill>
            <a:prstDash val="solid"/>
            <a:round/>
            <a:headEnd len="med" w="med" type="none"/>
            <a:tailEnd len="med" w="med" type="none"/>
          </a:ln>
        </p:spPr>
      </p:cxnSp>
      <p:cxnSp>
        <p:nvCxnSpPr>
          <p:cNvPr id="1325" name="Google Shape;1325;p26"/>
          <p:cNvCxnSpPr/>
          <p:nvPr/>
        </p:nvCxnSpPr>
        <p:spPr>
          <a:xfrm flipH="1" rot="10800000">
            <a:off x="0" y="4220425"/>
            <a:ext cx="791400" cy="836400"/>
          </a:xfrm>
          <a:prstGeom prst="straightConnector1">
            <a:avLst/>
          </a:prstGeom>
          <a:noFill/>
          <a:ln cap="flat" cmpd="sng" w="9525">
            <a:solidFill>
              <a:schemeClr val="dk2"/>
            </a:solidFill>
            <a:prstDash val="solid"/>
            <a:round/>
            <a:headEnd len="med" w="med" type="none"/>
            <a:tailEnd len="med" w="med" type="none"/>
          </a:ln>
        </p:spPr>
      </p:cxnSp>
      <p:grpSp>
        <p:nvGrpSpPr>
          <p:cNvPr id="1326" name="Google Shape;1326;p26"/>
          <p:cNvGrpSpPr/>
          <p:nvPr/>
        </p:nvGrpSpPr>
        <p:grpSpPr>
          <a:xfrm rot="10800000">
            <a:off x="499400" y="3940925"/>
            <a:ext cx="581800" cy="582350"/>
            <a:chOff x="8064275" y="887850"/>
            <a:chExt cx="581800" cy="582350"/>
          </a:xfrm>
        </p:grpSpPr>
        <p:sp>
          <p:nvSpPr>
            <p:cNvPr id="1327" name="Google Shape;1327;p2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3" name="Google Shape;1333;p26"/>
          <p:cNvGrpSpPr/>
          <p:nvPr/>
        </p:nvGrpSpPr>
        <p:grpSpPr>
          <a:xfrm rot="10800000">
            <a:off x="1819575" y="4586750"/>
            <a:ext cx="292025" cy="292575"/>
            <a:chOff x="7353050" y="316275"/>
            <a:chExt cx="292025" cy="292575"/>
          </a:xfrm>
        </p:grpSpPr>
        <p:sp>
          <p:nvSpPr>
            <p:cNvPr id="1334" name="Google Shape;1334;p2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8" name="Google Shape;1338;p26"/>
          <p:cNvGrpSpPr/>
          <p:nvPr/>
        </p:nvGrpSpPr>
        <p:grpSpPr>
          <a:xfrm rot="10800000">
            <a:off x="212525" y="4645550"/>
            <a:ext cx="175000" cy="175000"/>
            <a:chOff x="8792300" y="321275"/>
            <a:chExt cx="175000" cy="175000"/>
          </a:xfrm>
        </p:grpSpPr>
        <p:sp>
          <p:nvSpPr>
            <p:cNvPr id="1339" name="Google Shape;1339;p26"/>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6"/>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6"/>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6"/>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3" name="Google Shape;1343;p26"/>
          <p:cNvGrpSpPr/>
          <p:nvPr/>
        </p:nvGrpSpPr>
        <p:grpSpPr>
          <a:xfrm rot="10800000">
            <a:off x="480412" y="4852325"/>
            <a:ext cx="175013" cy="27000"/>
            <a:chOff x="5662375" y="212375"/>
            <a:chExt cx="175013" cy="27000"/>
          </a:xfrm>
        </p:grpSpPr>
        <p:sp>
          <p:nvSpPr>
            <p:cNvPr id="1344" name="Google Shape;1344;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7" name="Google Shape;1347;p26"/>
          <p:cNvGrpSpPr/>
          <p:nvPr/>
        </p:nvGrpSpPr>
        <p:grpSpPr>
          <a:xfrm rot="10800000">
            <a:off x="1054112" y="3898600"/>
            <a:ext cx="175013" cy="27000"/>
            <a:chOff x="5662375" y="212375"/>
            <a:chExt cx="175013" cy="27000"/>
          </a:xfrm>
        </p:grpSpPr>
        <p:sp>
          <p:nvSpPr>
            <p:cNvPr id="1348" name="Google Shape;1348;p26"/>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6"/>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6"/>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7">
    <p:spTree>
      <p:nvGrpSpPr>
        <p:cNvPr id="1351" name="Shape 1351"/>
        <p:cNvGrpSpPr/>
        <p:nvPr/>
      </p:nvGrpSpPr>
      <p:grpSpPr>
        <a:xfrm>
          <a:off x="0" y="0"/>
          <a:ext cx="0" cy="0"/>
          <a:chOff x="0" y="0"/>
          <a:chExt cx="0" cy="0"/>
        </a:xfrm>
      </p:grpSpPr>
      <p:sp>
        <p:nvSpPr>
          <p:cNvPr id="1352" name="Google Shape;1352;p27"/>
          <p:cNvSpPr txBox="1"/>
          <p:nvPr>
            <p:ph type="title"/>
          </p:nvPr>
        </p:nvSpPr>
        <p:spPr>
          <a:xfrm>
            <a:off x="723750" y="526925"/>
            <a:ext cx="7696500" cy="5727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cxnSp>
        <p:nvCxnSpPr>
          <p:cNvPr id="1353" name="Google Shape;1353;p27"/>
          <p:cNvCxnSpPr/>
          <p:nvPr/>
        </p:nvCxnSpPr>
        <p:spPr>
          <a:xfrm rot="10800000">
            <a:off x="8109000" y="501275"/>
            <a:ext cx="737700" cy="737700"/>
          </a:xfrm>
          <a:prstGeom prst="straightConnector1">
            <a:avLst/>
          </a:prstGeom>
          <a:noFill/>
          <a:ln cap="flat" cmpd="sng" w="9525">
            <a:solidFill>
              <a:schemeClr val="dk2"/>
            </a:solidFill>
            <a:prstDash val="solid"/>
            <a:round/>
            <a:headEnd len="med" w="med" type="none"/>
            <a:tailEnd len="med" w="med" type="none"/>
          </a:ln>
        </p:spPr>
      </p:cxnSp>
      <p:cxnSp>
        <p:nvCxnSpPr>
          <p:cNvPr id="1354" name="Google Shape;1354;p27"/>
          <p:cNvCxnSpPr/>
          <p:nvPr/>
        </p:nvCxnSpPr>
        <p:spPr>
          <a:xfrm>
            <a:off x="582475" y="282188"/>
            <a:ext cx="1212900" cy="422700"/>
          </a:xfrm>
          <a:prstGeom prst="straightConnector1">
            <a:avLst/>
          </a:prstGeom>
          <a:noFill/>
          <a:ln cap="flat" cmpd="sng" w="9525">
            <a:solidFill>
              <a:schemeClr val="dk2"/>
            </a:solidFill>
            <a:prstDash val="solid"/>
            <a:round/>
            <a:headEnd len="med" w="med" type="none"/>
            <a:tailEnd len="med" w="med" type="none"/>
          </a:ln>
        </p:spPr>
      </p:cxnSp>
      <p:cxnSp>
        <p:nvCxnSpPr>
          <p:cNvPr id="1355" name="Google Shape;1355;p27"/>
          <p:cNvCxnSpPr/>
          <p:nvPr/>
        </p:nvCxnSpPr>
        <p:spPr>
          <a:xfrm flipH="1" rot="10800000">
            <a:off x="0" y="274188"/>
            <a:ext cx="582600" cy="654300"/>
          </a:xfrm>
          <a:prstGeom prst="straightConnector1">
            <a:avLst/>
          </a:prstGeom>
          <a:noFill/>
          <a:ln cap="flat" cmpd="sng" w="9525">
            <a:solidFill>
              <a:schemeClr val="dk2"/>
            </a:solidFill>
            <a:prstDash val="solid"/>
            <a:round/>
            <a:headEnd len="med" w="med" type="none"/>
            <a:tailEnd len="med" w="med" type="none"/>
          </a:ln>
        </p:spPr>
      </p:cxnSp>
      <p:grpSp>
        <p:nvGrpSpPr>
          <p:cNvPr id="1356" name="Google Shape;1356;p27"/>
          <p:cNvGrpSpPr/>
          <p:nvPr/>
        </p:nvGrpSpPr>
        <p:grpSpPr>
          <a:xfrm flipH="1">
            <a:off x="423750" y="125363"/>
            <a:ext cx="292025" cy="292575"/>
            <a:chOff x="7353050" y="316275"/>
            <a:chExt cx="292025" cy="292575"/>
          </a:xfrm>
        </p:grpSpPr>
        <p:sp>
          <p:nvSpPr>
            <p:cNvPr id="1357" name="Google Shape;1357;p2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1" name="Google Shape;1361;p27"/>
          <p:cNvGrpSpPr/>
          <p:nvPr/>
        </p:nvGrpSpPr>
        <p:grpSpPr>
          <a:xfrm>
            <a:off x="1638739" y="558163"/>
            <a:ext cx="293111" cy="293388"/>
            <a:chOff x="3164039" y="430875"/>
            <a:chExt cx="293111" cy="293388"/>
          </a:xfrm>
        </p:grpSpPr>
        <p:sp>
          <p:nvSpPr>
            <p:cNvPr id="1362" name="Google Shape;1362;p27"/>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7"/>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7"/>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7"/>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7"/>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7"/>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8" name="Google Shape;1368;p27"/>
          <p:cNvGrpSpPr/>
          <p:nvPr/>
        </p:nvGrpSpPr>
        <p:grpSpPr>
          <a:xfrm>
            <a:off x="1591750" y="362600"/>
            <a:ext cx="175013" cy="27000"/>
            <a:chOff x="5662375" y="212375"/>
            <a:chExt cx="175013" cy="27000"/>
          </a:xfrm>
        </p:grpSpPr>
        <p:sp>
          <p:nvSpPr>
            <p:cNvPr id="1369" name="Google Shape;1369;p2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72" name="Google Shape;1372;p27"/>
          <p:cNvCxnSpPr/>
          <p:nvPr/>
        </p:nvCxnSpPr>
        <p:spPr>
          <a:xfrm flipH="1">
            <a:off x="8151325" y="6875"/>
            <a:ext cx="1002600" cy="494400"/>
          </a:xfrm>
          <a:prstGeom prst="straightConnector1">
            <a:avLst/>
          </a:prstGeom>
          <a:noFill/>
          <a:ln cap="flat" cmpd="sng" w="9525">
            <a:solidFill>
              <a:schemeClr val="dk2"/>
            </a:solidFill>
            <a:prstDash val="solid"/>
            <a:round/>
            <a:headEnd len="med" w="med" type="none"/>
            <a:tailEnd len="med" w="med" type="none"/>
          </a:ln>
        </p:spPr>
      </p:cxnSp>
      <p:grpSp>
        <p:nvGrpSpPr>
          <p:cNvPr id="1373" name="Google Shape;1373;p27"/>
          <p:cNvGrpSpPr/>
          <p:nvPr/>
        </p:nvGrpSpPr>
        <p:grpSpPr>
          <a:xfrm>
            <a:off x="7823875" y="202375"/>
            <a:ext cx="581800" cy="582350"/>
            <a:chOff x="8064275" y="887850"/>
            <a:chExt cx="581800" cy="582350"/>
          </a:xfrm>
        </p:grpSpPr>
        <p:sp>
          <p:nvSpPr>
            <p:cNvPr id="1374" name="Google Shape;1374;p27"/>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7"/>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7"/>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7"/>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7"/>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7"/>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0" name="Google Shape;1380;p27"/>
          <p:cNvGrpSpPr/>
          <p:nvPr/>
        </p:nvGrpSpPr>
        <p:grpSpPr>
          <a:xfrm flipH="1">
            <a:off x="8698650" y="1117488"/>
            <a:ext cx="292025" cy="292575"/>
            <a:chOff x="7353050" y="316275"/>
            <a:chExt cx="292025" cy="292575"/>
          </a:xfrm>
        </p:grpSpPr>
        <p:sp>
          <p:nvSpPr>
            <p:cNvPr id="1381" name="Google Shape;1381;p27"/>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7"/>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7"/>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7"/>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27"/>
          <p:cNvGrpSpPr/>
          <p:nvPr/>
        </p:nvGrpSpPr>
        <p:grpSpPr>
          <a:xfrm>
            <a:off x="8678350" y="1581800"/>
            <a:ext cx="175013" cy="27000"/>
            <a:chOff x="5662375" y="212375"/>
            <a:chExt cx="175013" cy="27000"/>
          </a:xfrm>
        </p:grpSpPr>
        <p:sp>
          <p:nvSpPr>
            <p:cNvPr id="1386" name="Google Shape;1386;p2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8">
    <p:spTree>
      <p:nvGrpSpPr>
        <p:cNvPr id="1389" name="Shape 1389"/>
        <p:cNvGrpSpPr/>
        <p:nvPr/>
      </p:nvGrpSpPr>
      <p:grpSpPr>
        <a:xfrm>
          <a:off x="0" y="0"/>
          <a:ext cx="0" cy="0"/>
          <a:chOff x="0" y="0"/>
          <a:chExt cx="0" cy="0"/>
        </a:xfrm>
      </p:grpSpPr>
      <p:cxnSp>
        <p:nvCxnSpPr>
          <p:cNvPr id="1390" name="Google Shape;1390;p28"/>
          <p:cNvCxnSpPr/>
          <p:nvPr/>
        </p:nvCxnSpPr>
        <p:spPr>
          <a:xfrm rot="5400000">
            <a:off x="7269708" y="3324550"/>
            <a:ext cx="1133100" cy="306300"/>
          </a:xfrm>
          <a:prstGeom prst="straightConnector1">
            <a:avLst/>
          </a:prstGeom>
          <a:noFill/>
          <a:ln cap="flat" cmpd="sng" w="9525">
            <a:solidFill>
              <a:srgbClr val="1A2E35"/>
            </a:solidFill>
            <a:prstDash val="solid"/>
            <a:round/>
            <a:headEnd len="med" w="med" type="none"/>
            <a:tailEnd len="med" w="med" type="none"/>
          </a:ln>
        </p:spPr>
      </p:cxnSp>
      <p:cxnSp>
        <p:nvCxnSpPr>
          <p:cNvPr id="1391" name="Google Shape;1391;p28"/>
          <p:cNvCxnSpPr/>
          <p:nvPr/>
        </p:nvCxnSpPr>
        <p:spPr>
          <a:xfrm flipH="1" rot="-5400000">
            <a:off x="7181408" y="2082400"/>
            <a:ext cx="1342200" cy="315300"/>
          </a:xfrm>
          <a:prstGeom prst="straightConnector1">
            <a:avLst/>
          </a:prstGeom>
          <a:noFill/>
          <a:ln cap="flat" cmpd="sng" w="9525">
            <a:solidFill>
              <a:srgbClr val="1A2E35"/>
            </a:solidFill>
            <a:prstDash val="solid"/>
            <a:round/>
            <a:headEnd len="med" w="med" type="none"/>
            <a:tailEnd len="med" w="med" type="none"/>
          </a:ln>
        </p:spPr>
      </p:cxnSp>
      <p:cxnSp>
        <p:nvCxnSpPr>
          <p:cNvPr id="1392" name="Google Shape;1392;p28"/>
          <p:cNvCxnSpPr/>
          <p:nvPr/>
        </p:nvCxnSpPr>
        <p:spPr>
          <a:xfrm rot="5400000">
            <a:off x="7232433" y="736375"/>
            <a:ext cx="1332000" cy="392100"/>
          </a:xfrm>
          <a:prstGeom prst="straightConnector1">
            <a:avLst/>
          </a:prstGeom>
          <a:noFill/>
          <a:ln cap="flat" cmpd="sng" w="9525">
            <a:solidFill>
              <a:srgbClr val="1A2E35"/>
            </a:solidFill>
            <a:prstDash val="solid"/>
            <a:round/>
            <a:headEnd len="med" w="med" type="none"/>
            <a:tailEnd len="med" w="med" type="none"/>
          </a:ln>
        </p:spPr>
      </p:cxnSp>
      <p:cxnSp>
        <p:nvCxnSpPr>
          <p:cNvPr id="1393" name="Google Shape;1393;p28"/>
          <p:cNvCxnSpPr/>
          <p:nvPr/>
        </p:nvCxnSpPr>
        <p:spPr>
          <a:xfrm rot="5400000">
            <a:off x="8168433" y="-66600"/>
            <a:ext cx="273900" cy="407100"/>
          </a:xfrm>
          <a:prstGeom prst="straightConnector1">
            <a:avLst/>
          </a:prstGeom>
          <a:noFill/>
          <a:ln cap="flat" cmpd="sng" w="9525">
            <a:solidFill>
              <a:srgbClr val="1A2E35"/>
            </a:solidFill>
            <a:prstDash val="solid"/>
            <a:round/>
            <a:headEnd len="med" w="med" type="none"/>
            <a:tailEnd len="med" w="med" type="none"/>
          </a:ln>
        </p:spPr>
      </p:cxnSp>
      <p:grpSp>
        <p:nvGrpSpPr>
          <p:cNvPr id="1394" name="Google Shape;1394;p28"/>
          <p:cNvGrpSpPr/>
          <p:nvPr/>
        </p:nvGrpSpPr>
        <p:grpSpPr>
          <a:xfrm flipH="1" rot="5400000">
            <a:off x="7407333" y="1284925"/>
            <a:ext cx="581800" cy="582350"/>
            <a:chOff x="8064275" y="887850"/>
            <a:chExt cx="581800" cy="582350"/>
          </a:xfrm>
        </p:grpSpPr>
        <p:sp>
          <p:nvSpPr>
            <p:cNvPr id="1395" name="Google Shape;1395;p2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1" name="Google Shape;1401;p28"/>
          <p:cNvGrpSpPr/>
          <p:nvPr/>
        </p:nvGrpSpPr>
        <p:grpSpPr>
          <a:xfrm flipH="1" rot="5400000">
            <a:off x="7869720" y="2754200"/>
            <a:ext cx="292025" cy="292575"/>
            <a:chOff x="7353050" y="316275"/>
            <a:chExt cx="292025" cy="292575"/>
          </a:xfrm>
        </p:grpSpPr>
        <p:sp>
          <p:nvSpPr>
            <p:cNvPr id="1402" name="Google Shape;1402;p2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6" name="Google Shape;1406;p28"/>
          <p:cNvGrpSpPr/>
          <p:nvPr/>
        </p:nvGrpSpPr>
        <p:grpSpPr>
          <a:xfrm flipH="1" rot="5400000">
            <a:off x="8012458" y="178175"/>
            <a:ext cx="175000" cy="175000"/>
            <a:chOff x="8792300" y="321275"/>
            <a:chExt cx="175000" cy="175000"/>
          </a:xfrm>
        </p:grpSpPr>
        <p:sp>
          <p:nvSpPr>
            <p:cNvPr id="1407" name="Google Shape;1407;p2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1" name="Google Shape;1411;p28"/>
          <p:cNvGrpSpPr/>
          <p:nvPr/>
        </p:nvGrpSpPr>
        <p:grpSpPr>
          <a:xfrm rot="5400000">
            <a:off x="7551683" y="3879926"/>
            <a:ext cx="293111" cy="293388"/>
            <a:chOff x="3164039" y="430875"/>
            <a:chExt cx="293111" cy="293388"/>
          </a:xfrm>
        </p:grpSpPr>
        <p:sp>
          <p:nvSpPr>
            <p:cNvPr id="1412" name="Google Shape;1412;p28"/>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8"/>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8"/>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8"/>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8"/>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8" name="Google Shape;1418;p28"/>
          <p:cNvGrpSpPr/>
          <p:nvPr/>
        </p:nvGrpSpPr>
        <p:grpSpPr>
          <a:xfrm flipH="1" rot="5400000">
            <a:off x="8259052" y="323144"/>
            <a:ext cx="175013" cy="27000"/>
            <a:chOff x="5662375" y="212375"/>
            <a:chExt cx="175013" cy="27000"/>
          </a:xfrm>
        </p:grpSpPr>
        <p:sp>
          <p:nvSpPr>
            <p:cNvPr id="1419" name="Google Shape;1419;p28"/>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8"/>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22" name="Google Shape;1422;p28"/>
          <p:cNvCxnSpPr/>
          <p:nvPr/>
        </p:nvCxnSpPr>
        <p:spPr>
          <a:xfrm flipH="1" rot="5400000">
            <a:off x="740850" y="2598325"/>
            <a:ext cx="1672500" cy="126000"/>
          </a:xfrm>
          <a:prstGeom prst="straightConnector1">
            <a:avLst/>
          </a:prstGeom>
          <a:noFill/>
          <a:ln cap="flat" cmpd="sng" w="9525">
            <a:solidFill>
              <a:srgbClr val="1A2E35"/>
            </a:solidFill>
            <a:prstDash val="solid"/>
            <a:round/>
            <a:headEnd len="med" w="med" type="none"/>
            <a:tailEnd len="med" w="med" type="none"/>
          </a:ln>
        </p:spPr>
      </p:cxnSp>
      <p:cxnSp>
        <p:nvCxnSpPr>
          <p:cNvPr id="1423" name="Google Shape;1423;p28"/>
          <p:cNvCxnSpPr/>
          <p:nvPr/>
        </p:nvCxnSpPr>
        <p:spPr>
          <a:xfrm rot="-5400000">
            <a:off x="847100" y="3554000"/>
            <a:ext cx="829500" cy="743400"/>
          </a:xfrm>
          <a:prstGeom prst="straightConnector1">
            <a:avLst/>
          </a:prstGeom>
          <a:noFill/>
          <a:ln cap="flat" cmpd="sng" w="9525">
            <a:solidFill>
              <a:srgbClr val="1A2E35"/>
            </a:solidFill>
            <a:prstDash val="solid"/>
            <a:round/>
            <a:headEnd len="med" w="med" type="none"/>
            <a:tailEnd len="med" w="med" type="none"/>
          </a:ln>
        </p:spPr>
      </p:cxnSp>
      <p:cxnSp>
        <p:nvCxnSpPr>
          <p:cNvPr id="1424" name="Google Shape;1424;p28"/>
          <p:cNvCxnSpPr/>
          <p:nvPr/>
        </p:nvCxnSpPr>
        <p:spPr>
          <a:xfrm flipH="1" rot="5400000">
            <a:off x="1105775" y="4151250"/>
            <a:ext cx="796500" cy="1188000"/>
          </a:xfrm>
          <a:prstGeom prst="straightConnector1">
            <a:avLst/>
          </a:prstGeom>
          <a:noFill/>
          <a:ln cap="flat" cmpd="sng" w="9525">
            <a:solidFill>
              <a:srgbClr val="1A2E35"/>
            </a:solidFill>
            <a:prstDash val="solid"/>
            <a:round/>
            <a:headEnd len="med" w="med" type="none"/>
            <a:tailEnd len="med" w="med" type="none"/>
          </a:ln>
        </p:spPr>
      </p:cxnSp>
      <p:grpSp>
        <p:nvGrpSpPr>
          <p:cNvPr id="1425" name="Google Shape;1425;p28"/>
          <p:cNvGrpSpPr/>
          <p:nvPr/>
        </p:nvGrpSpPr>
        <p:grpSpPr>
          <a:xfrm rot="5400000">
            <a:off x="621475" y="4062025"/>
            <a:ext cx="581800" cy="582350"/>
            <a:chOff x="8064275" y="887850"/>
            <a:chExt cx="581800" cy="582350"/>
          </a:xfrm>
        </p:grpSpPr>
        <p:sp>
          <p:nvSpPr>
            <p:cNvPr id="1426" name="Google Shape;1426;p28"/>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8"/>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8"/>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8"/>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8"/>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8"/>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2" name="Google Shape;1432;p28"/>
          <p:cNvGrpSpPr/>
          <p:nvPr/>
        </p:nvGrpSpPr>
        <p:grpSpPr>
          <a:xfrm rot="5400000">
            <a:off x="1482825" y="3350800"/>
            <a:ext cx="292025" cy="292575"/>
            <a:chOff x="7353050" y="316275"/>
            <a:chExt cx="292025" cy="292575"/>
          </a:xfrm>
        </p:grpSpPr>
        <p:sp>
          <p:nvSpPr>
            <p:cNvPr id="1433" name="Google Shape;1433;p28"/>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8"/>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8"/>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8"/>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7" name="Google Shape;1437;p28"/>
          <p:cNvGrpSpPr/>
          <p:nvPr/>
        </p:nvGrpSpPr>
        <p:grpSpPr>
          <a:xfrm rot="5400000">
            <a:off x="1595125" y="4790325"/>
            <a:ext cx="175000" cy="175000"/>
            <a:chOff x="8792300" y="321275"/>
            <a:chExt cx="175000" cy="175000"/>
          </a:xfrm>
        </p:grpSpPr>
        <p:sp>
          <p:nvSpPr>
            <p:cNvPr id="1438" name="Google Shape;1438;p28"/>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8"/>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8"/>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8"/>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2" name="Google Shape;1442;p28"/>
          <p:cNvSpPr/>
          <p:nvPr/>
        </p:nvSpPr>
        <p:spPr>
          <a:xfrm rot="5400000">
            <a:off x="1377117" y="1688743"/>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8"/>
          <p:cNvSpPr/>
          <p:nvPr/>
        </p:nvSpPr>
        <p:spPr>
          <a:xfrm rot="5400000">
            <a:off x="1374876" y="1686211"/>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8"/>
          <p:cNvSpPr/>
          <p:nvPr/>
        </p:nvSpPr>
        <p:spPr>
          <a:xfrm rot="5400000">
            <a:off x="1413610" y="172523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8"/>
          <p:cNvSpPr/>
          <p:nvPr/>
        </p:nvSpPr>
        <p:spPr>
          <a:xfrm rot="5400000">
            <a:off x="1411362" y="1722714"/>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8"/>
          <p:cNvSpPr/>
          <p:nvPr/>
        </p:nvSpPr>
        <p:spPr>
          <a:xfrm rot="5400000">
            <a:off x="1453339" y="1764682"/>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8"/>
          <p:cNvSpPr/>
          <p:nvPr/>
        </p:nvSpPr>
        <p:spPr>
          <a:xfrm rot="5400000">
            <a:off x="1450946" y="1762579"/>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8" name="Google Shape;1448;p28"/>
          <p:cNvGrpSpPr/>
          <p:nvPr/>
        </p:nvGrpSpPr>
        <p:grpSpPr>
          <a:xfrm rot="5400000">
            <a:off x="1701119" y="1515381"/>
            <a:ext cx="175013" cy="27000"/>
            <a:chOff x="5662375" y="212375"/>
            <a:chExt cx="175013" cy="27000"/>
          </a:xfrm>
        </p:grpSpPr>
        <p:sp>
          <p:nvSpPr>
            <p:cNvPr id="1449" name="Google Shape;1449;p28"/>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8"/>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8"/>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2" name="Google Shape;1452;p28"/>
          <p:cNvGrpSpPr/>
          <p:nvPr/>
        </p:nvGrpSpPr>
        <p:grpSpPr>
          <a:xfrm rot="5400000">
            <a:off x="1819519" y="4562081"/>
            <a:ext cx="175013" cy="27000"/>
            <a:chOff x="5662375" y="212375"/>
            <a:chExt cx="175013" cy="27000"/>
          </a:xfrm>
        </p:grpSpPr>
        <p:sp>
          <p:nvSpPr>
            <p:cNvPr id="1453" name="Google Shape;1453;p28"/>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8"/>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8"/>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6" name="Google Shape;1456;p28"/>
          <p:cNvGrpSpPr/>
          <p:nvPr/>
        </p:nvGrpSpPr>
        <p:grpSpPr>
          <a:xfrm rot="5400000">
            <a:off x="408594" y="4140781"/>
            <a:ext cx="175013" cy="27000"/>
            <a:chOff x="5662375" y="212375"/>
            <a:chExt cx="175013" cy="27000"/>
          </a:xfrm>
        </p:grpSpPr>
        <p:sp>
          <p:nvSpPr>
            <p:cNvPr id="1457" name="Google Shape;1457;p28"/>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8"/>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8"/>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9">
    <p:spTree>
      <p:nvGrpSpPr>
        <p:cNvPr id="1460" name="Shape 1460"/>
        <p:cNvGrpSpPr/>
        <p:nvPr/>
      </p:nvGrpSpPr>
      <p:grpSpPr>
        <a:xfrm>
          <a:off x="0" y="0"/>
          <a:ext cx="0" cy="0"/>
          <a:chOff x="0" y="0"/>
          <a:chExt cx="0" cy="0"/>
        </a:xfrm>
      </p:grpSpPr>
      <p:grpSp>
        <p:nvGrpSpPr>
          <p:cNvPr id="1461" name="Google Shape;1461;p29"/>
          <p:cNvGrpSpPr/>
          <p:nvPr/>
        </p:nvGrpSpPr>
        <p:grpSpPr>
          <a:xfrm>
            <a:off x="261711" y="-1158"/>
            <a:ext cx="8550326" cy="3981600"/>
            <a:chOff x="261711" y="-1158"/>
            <a:chExt cx="8550326" cy="3981600"/>
          </a:xfrm>
        </p:grpSpPr>
        <p:cxnSp>
          <p:nvCxnSpPr>
            <p:cNvPr id="1462" name="Google Shape;1462;p29"/>
            <p:cNvCxnSpPr/>
            <p:nvPr/>
          </p:nvCxnSpPr>
          <p:spPr>
            <a:xfrm>
              <a:off x="515925" y="-1158"/>
              <a:ext cx="0" cy="3981600"/>
            </a:xfrm>
            <a:prstGeom prst="straightConnector1">
              <a:avLst/>
            </a:prstGeom>
            <a:noFill/>
            <a:ln cap="flat" cmpd="sng" w="9525">
              <a:solidFill>
                <a:srgbClr val="595959"/>
              </a:solidFill>
              <a:prstDash val="solid"/>
              <a:round/>
              <a:headEnd len="med" w="med" type="none"/>
              <a:tailEnd len="med" w="med" type="none"/>
            </a:ln>
          </p:spPr>
        </p:cxnSp>
        <p:cxnSp>
          <p:nvCxnSpPr>
            <p:cNvPr id="1463" name="Google Shape;1463;p29"/>
            <p:cNvCxnSpPr/>
            <p:nvPr/>
          </p:nvCxnSpPr>
          <p:spPr>
            <a:xfrm>
              <a:off x="8666025" y="-1158"/>
              <a:ext cx="0" cy="1902000"/>
            </a:xfrm>
            <a:prstGeom prst="straightConnector1">
              <a:avLst/>
            </a:prstGeom>
            <a:noFill/>
            <a:ln cap="flat" cmpd="sng" w="9525">
              <a:solidFill>
                <a:srgbClr val="595959"/>
              </a:solidFill>
              <a:prstDash val="solid"/>
              <a:round/>
              <a:headEnd len="med" w="med" type="none"/>
              <a:tailEnd len="med" w="med" type="none"/>
            </a:ln>
          </p:spPr>
        </p:cxnSp>
        <p:grpSp>
          <p:nvGrpSpPr>
            <p:cNvPr id="1464" name="Google Shape;1464;p29"/>
            <p:cNvGrpSpPr/>
            <p:nvPr/>
          </p:nvGrpSpPr>
          <p:grpSpPr>
            <a:xfrm rot="10800000">
              <a:off x="343275" y="3300779"/>
              <a:ext cx="344736" cy="345385"/>
              <a:chOff x="7353050" y="316275"/>
              <a:chExt cx="292025" cy="292575"/>
            </a:xfrm>
          </p:grpSpPr>
          <p:sp>
            <p:nvSpPr>
              <p:cNvPr id="1465" name="Google Shape;1465;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9" name="Google Shape;1469;p29"/>
            <p:cNvGrpSpPr/>
            <p:nvPr/>
          </p:nvGrpSpPr>
          <p:grpSpPr>
            <a:xfrm rot="10800000">
              <a:off x="8520013" y="714742"/>
              <a:ext cx="292025" cy="292575"/>
              <a:chOff x="7353050" y="316275"/>
              <a:chExt cx="292025" cy="292575"/>
            </a:xfrm>
          </p:grpSpPr>
          <p:sp>
            <p:nvSpPr>
              <p:cNvPr id="1470" name="Google Shape;1470;p29"/>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9"/>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9"/>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9"/>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4" name="Google Shape;1474;p29"/>
            <p:cNvGrpSpPr/>
            <p:nvPr/>
          </p:nvGrpSpPr>
          <p:grpSpPr>
            <a:xfrm rot="10800000">
              <a:off x="261711" y="465077"/>
              <a:ext cx="507562" cy="507984"/>
              <a:chOff x="8064275" y="887850"/>
              <a:chExt cx="581800" cy="582350"/>
            </a:xfrm>
          </p:grpSpPr>
          <p:sp>
            <p:nvSpPr>
              <p:cNvPr id="1475" name="Google Shape;1475;p29"/>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9"/>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9"/>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9"/>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9"/>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9"/>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20">
    <p:spTree>
      <p:nvGrpSpPr>
        <p:cNvPr id="1481" name="Shape 1481"/>
        <p:cNvGrpSpPr/>
        <p:nvPr/>
      </p:nvGrpSpPr>
      <p:grpSpPr>
        <a:xfrm>
          <a:off x="0" y="0"/>
          <a:ext cx="0" cy="0"/>
          <a:chOff x="0" y="0"/>
          <a:chExt cx="0" cy="0"/>
        </a:xfrm>
      </p:grpSpPr>
      <p:grpSp>
        <p:nvGrpSpPr>
          <p:cNvPr id="1482" name="Google Shape;1482;p30"/>
          <p:cNvGrpSpPr/>
          <p:nvPr/>
        </p:nvGrpSpPr>
        <p:grpSpPr>
          <a:xfrm>
            <a:off x="432850" y="0"/>
            <a:ext cx="8278300" cy="5165700"/>
            <a:chOff x="432850" y="0"/>
            <a:chExt cx="8278300" cy="5165700"/>
          </a:xfrm>
        </p:grpSpPr>
        <p:cxnSp>
          <p:nvCxnSpPr>
            <p:cNvPr id="1483" name="Google Shape;1483;p30"/>
            <p:cNvCxnSpPr/>
            <p:nvPr/>
          </p:nvCxnSpPr>
          <p:spPr>
            <a:xfrm rot="10800000">
              <a:off x="8420275" y="2664300"/>
              <a:ext cx="0" cy="2501400"/>
            </a:xfrm>
            <a:prstGeom prst="straightConnector1">
              <a:avLst/>
            </a:prstGeom>
            <a:noFill/>
            <a:ln cap="flat" cmpd="sng" w="9525">
              <a:solidFill>
                <a:srgbClr val="595959"/>
              </a:solidFill>
              <a:prstDash val="solid"/>
              <a:round/>
              <a:headEnd len="med" w="med" type="none"/>
              <a:tailEnd len="med" w="med" type="none"/>
            </a:ln>
          </p:spPr>
        </p:cxnSp>
        <p:grpSp>
          <p:nvGrpSpPr>
            <p:cNvPr id="1484" name="Google Shape;1484;p30"/>
            <p:cNvGrpSpPr/>
            <p:nvPr/>
          </p:nvGrpSpPr>
          <p:grpSpPr>
            <a:xfrm>
              <a:off x="8129350" y="4292175"/>
              <a:ext cx="581800" cy="582350"/>
              <a:chOff x="8064275" y="887850"/>
              <a:chExt cx="581800" cy="582350"/>
            </a:xfrm>
          </p:grpSpPr>
          <p:sp>
            <p:nvSpPr>
              <p:cNvPr id="1485" name="Google Shape;1485;p3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30"/>
            <p:cNvGrpSpPr/>
            <p:nvPr/>
          </p:nvGrpSpPr>
          <p:grpSpPr>
            <a:xfrm>
              <a:off x="8274238" y="3720600"/>
              <a:ext cx="292025" cy="292575"/>
              <a:chOff x="7353050" y="316275"/>
              <a:chExt cx="292025" cy="292575"/>
            </a:xfrm>
          </p:grpSpPr>
          <p:sp>
            <p:nvSpPr>
              <p:cNvPr id="1492" name="Google Shape;1492;p3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6" name="Google Shape;1496;p30"/>
            <p:cNvGrpSpPr/>
            <p:nvPr/>
          </p:nvGrpSpPr>
          <p:grpSpPr>
            <a:xfrm>
              <a:off x="8332763" y="3212475"/>
              <a:ext cx="175000" cy="175000"/>
              <a:chOff x="8792300" y="321275"/>
              <a:chExt cx="175000" cy="175000"/>
            </a:xfrm>
          </p:grpSpPr>
          <p:sp>
            <p:nvSpPr>
              <p:cNvPr id="1497" name="Google Shape;1497;p3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01" name="Google Shape;1501;p30"/>
            <p:cNvCxnSpPr/>
            <p:nvPr/>
          </p:nvCxnSpPr>
          <p:spPr>
            <a:xfrm>
              <a:off x="723725" y="613"/>
              <a:ext cx="0" cy="2501400"/>
            </a:xfrm>
            <a:prstGeom prst="straightConnector1">
              <a:avLst/>
            </a:prstGeom>
            <a:noFill/>
            <a:ln cap="flat" cmpd="sng" w="9525">
              <a:solidFill>
                <a:srgbClr val="595959"/>
              </a:solidFill>
              <a:prstDash val="solid"/>
              <a:round/>
              <a:headEnd len="med" w="med" type="none"/>
              <a:tailEnd len="med" w="med" type="none"/>
            </a:ln>
          </p:spPr>
        </p:cxnSp>
        <p:grpSp>
          <p:nvGrpSpPr>
            <p:cNvPr id="1502" name="Google Shape;1502;p30"/>
            <p:cNvGrpSpPr/>
            <p:nvPr/>
          </p:nvGrpSpPr>
          <p:grpSpPr>
            <a:xfrm rot="10800000">
              <a:off x="432850" y="291788"/>
              <a:ext cx="581800" cy="582350"/>
              <a:chOff x="8064275" y="887850"/>
              <a:chExt cx="581800" cy="582350"/>
            </a:xfrm>
          </p:grpSpPr>
          <p:sp>
            <p:nvSpPr>
              <p:cNvPr id="1503" name="Google Shape;1503;p30"/>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0"/>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0"/>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0"/>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0"/>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0"/>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9" name="Google Shape;1509;p30"/>
            <p:cNvGrpSpPr/>
            <p:nvPr/>
          </p:nvGrpSpPr>
          <p:grpSpPr>
            <a:xfrm rot="10800000">
              <a:off x="577738" y="1153138"/>
              <a:ext cx="292025" cy="292575"/>
              <a:chOff x="7353050" y="316275"/>
              <a:chExt cx="292025" cy="292575"/>
            </a:xfrm>
          </p:grpSpPr>
          <p:sp>
            <p:nvSpPr>
              <p:cNvPr id="1510" name="Google Shape;1510;p30"/>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0"/>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0"/>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0"/>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4" name="Google Shape;1514;p30"/>
            <p:cNvGrpSpPr/>
            <p:nvPr/>
          </p:nvGrpSpPr>
          <p:grpSpPr>
            <a:xfrm rot="10800000">
              <a:off x="636238" y="1778838"/>
              <a:ext cx="175000" cy="175000"/>
              <a:chOff x="8792300" y="321275"/>
              <a:chExt cx="175000" cy="175000"/>
            </a:xfrm>
          </p:grpSpPr>
          <p:sp>
            <p:nvSpPr>
              <p:cNvPr id="1515" name="Google Shape;1515;p30"/>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0"/>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0"/>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0"/>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9" name="Google Shape;1519;p30"/>
            <p:cNvGrpSpPr/>
            <p:nvPr/>
          </p:nvGrpSpPr>
          <p:grpSpPr>
            <a:xfrm>
              <a:off x="432850" y="2003163"/>
              <a:ext cx="175013" cy="27000"/>
              <a:chOff x="5662375" y="212375"/>
              <a:chExt cx="175013" cy="27000"/>
            </a:xfrm>
          </p:grpSpPr>
          <p:sp>
            <p:nvSpPr>
              <p:cNvPr id="1520" name="Google Shape;1520;p3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3" name="Google Shape;1523;p30"/>
            <p:cNvGrpSpPr/>
            <p:nvPr/>
          </p:nvGrpSpPr>
          <p:grpSpPr>
            <a:xfrm>
              <a:off x="788100" y="208488"/>
              <a:ext cx="175013" cy="27000"/>
              <a:chOff x="5662375" y="212375"/>
              <a:chExt cx="175013" cy="27000"/>
            </a:xfrm>
          </p:grpSpPr>
          <p:sp>
            <p:nvSpPr>
              <p:cNvPr id="1524" name="Google Shape;1524;p3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7" name="Google Shape;1527;p30"/>
            <p:cNvGrpSpPr/>
            <p:nvPr/>
          </p:nvGrpSpPr>
          <p:grpSpPr>
            <a:xfrm>
              <a:off x="8129350" y="4988725"/>
              <a:ext cx="175013" cy="27000"/>
              <a:chOff x="5662375" y="212375"/>
              <a:chExt cx="175013" cy="27000"/>
            </a:xfrm>
          </p:grpSpPr>
          <p:sp>
            <p:nvSpPr>
              <p:cNvPr id="1528" name="Google Shape;1528;p3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1" name="Google Shape;1531;p30"/>
            <p:cNvGrpSpPr/>
            <p:nvPr/>
          </p:nvGrpSpPr>
          <p:grpSpPr>
            <a:xfrm>
              <a:off x="8497550" y="3429425"/>
              <a:ext cx="175013" cy="27000"/>
              <a:chOff x="5662375" y="212375"/>
              <a:chExt cx="175013" cy="27000"/>
            </a:xfrm>
          </p:grpSpPr>
          <p:sp>
            <p:nvSpPr>
              <p:cNvPr id="1532" name="Google Shape;1532;p30"/>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0"/>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0"/>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35" name="Google Shape;1535;p30"/>
            <p:cNvCxnSpPr/>
            <p:nvPr/>
          </p:nvCxnSpPr>
          <p:spPr>
            <a:xfrm>
              <a:off x="8407225" y="0"/>
              <a:ext cx="0" cy="2160900"/>
            </a:xfrm>
            <a:prstGeom prst="straightConnector1">
              <a:avLst/>
            </a:prstGeom>
            <a:noFill/>
            <a:ln cap="flat" cmpd="sng" w="9525">
              <a:solidFill>
                <a:srgbClr val="595959"/>
              </a:solidFill>
              <a:prstDash val="solid"/>
              <a:round/>
              <a:headEnd len="med" w="med" type="none"/>
              <a:tailEnd len="med" w="med" type="none"/>
            </a:ln>
          </p:spPr>
        </p:cxnSp>
        <p:cxnSp>
          <p:nvCxnSpPr>
            <p:cNvPr id="1536" name="Google Shape;1536;p30"/>
            <p:cNvCxnSpPr/>
            <p:nvPr/>
          </p:nvCxnSpPr>
          <p:spPr>
            <a:xfrm>
              <a:off x="718025" y="2985634"/>
              <a:ext cx="0" cy="2160900"/>
            </a:xfrm>
            <a:prstGeom prst="straightConnector1">
              <a:avLst/>
            </a:prstGeom>
            <a:noFill/>
            <a:ln cap="flat" cmpd="sng" w="9525">
              <a:solidFill>
                <a:srgbClr val="595959"/>
              </a:solidFill>
              <a:prstDash val="solid"/>
              <a:round/>
              <a:headEnd len="med" w="med" type="none"/>
              <a:tailEnd len="med" w="med" type="none"/>
            </a:ln>
          </p:spPr>
        </p:cxnSp>
        <p:sp>
          <p:nvSpPr>
            <p:cNvPr id="1537" name="Google Shape;1537;p30"/>
            <p:cNvSpPr/>
            <p:nvPr/>
          </p:nvSpPr>
          <p:spPr>
            <a:xfrm>
              <a:off x="671825" y="458788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0"/>
            <p:cNvSpPr/>
            <p:nvPr/>
          </p:nvSpPr>
          <p:spPr>
            <a:xfrm>
              <a:off x="671825" y="3940338"/>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0"/>
            <p:cNvSpPr/>
            <p:nvPr/>
          </p:nvSpPr>
          <p:spPr>
            <a:xfrm>
              <a:off x="8361025" y="1453500"/>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0"/>
            <p:cNvSpPr/>
            <p:nvPr/>
          </p:nvSpPr>
          <p:spPr>
            <a:xfrm>
              <a:off x="8361025" y="234875"/>
              <a:ext cx="92400" cy="92400"/>
            </a:xfrm>
            <a:prstGeom prst="ellipse">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21">
    <p:spTree>
      <p:nvGrpSpPr>
        <p:cNvPr id="1541" name="Shape 1541"/>
        <p:cNvGrpSpPr/>
        <p:nvPr/>
      </p:nvGrpSpPr>
      <p:grpSpPr>
        <a:xfrm>
          <a:off x="0" y="0"/>
          <a:ext cx="0" cy="0"/>
          <a:chOff x="0" y="0"/>
          <a:chExt cx="0" cy="0"/>
        </a:xfrm>
      </p:grpSpPr>
      <p:grpSp>
        <p:nvGrpSpPr>
          <p:cNvPr id="1542" name="Google Shape;1542;p31"/>
          <p:cNvGrpSpPr/>
          <p:nvPr/>
        </p:nvGrpSpPr>
        <p:grpSpPr>
          <a:xfrm>
            <a:off x="-6867" y="-6625"/>
            <a:ext cx="9152342" cy="5102050"/>
            <a:chOff x="-6867" y="-6625"/>
            <a:chExt cx="9152342" cy="5102050"/>
          </a:xfrm>
        </p:grpSpPr>
        <p:cxnSp>
          <p:nvCxnSpPr>
            <p:cNvPr id="1543" name="Google Shape;1543;p31"/>
            <p:cNvCxnSpPr/>
            <p:nvPr/>
          </p:nvCxnSpPr>
          <p:spPr>
            <a:xfrm>
              <a:off x="2904283" y="4513075"/>
              <a:ext cx="1133100" cy="306300"/>
            </a:xfrm>
            <a:prstGeom prst="straightConnector1">
              <a:avLst/>
            </a:prstGeom>
            <a:noFill/>
            <a:ln cap="flat" cmpd="sng" w="9525">
              <a:solidFill>
                <a:schemeClr val="dk2"/>
              </a:solidFill>
              <a:prstDash val="solid"/>
              <a:round/>
              <a:headEnd len="med" w="med" type="none"/>
              <a:tailEnd len="med" w="med" type="none"/>
            </a:ln>
          </p:spPr>
        </p:cxnSp>
        <p:cxnSp>
          <p:nvCxnSpPr>
            <p:cNvPr id="1544" name="Google Shape;1544;p31"/>
            <p:cNvCxnSpPr/>
            <p:nvPr/>
          </p:nvCxnSpPr>
          <p:spPr>
            <a:xfrm flipH="1" rot="10800000">
              <a:off x="1562083" y="4492325"/>
              <a:ext cx="1342200" cy="315300"/>
            </a:xfrm>
            <a:prstGeom prst="straightConnector1">
              <a:avLst/>
            </a:prstGeom>
            <a:noFill/>
            <a:ln cap="flat" cmpd="sng" w="9525">
              <a:solidFill>
                <a:schemeClr val="dk2"/>
              </a:solidFill>
              <a:prstDash val="solid"/>
              <a:round/>
              <a:headEnd len="med" w="med" type="none"/>
              <a:tailEnd len="med" w="med" type="none"/>
            </a:ln>
          </p:spPr>
        </p:cxnSp>
        <p:cxnSp>
          <p:nvCxnSpPr>
            <p:cNvPr id="1545" name="Google Shape;1545;p31"/>
            <p:cNvCxnSpPr/>
            <p:nvPr/>
          </p:nvCxnSpPr>
          <p:spPr>
            <a:xfrm>
              <a:off x="259558" y="4408000"/>
              <a:ext cx="1332000" cy="392100"/>
            </a:xfrm>
            <a:prstGeom prst="straightConnector1">
              <a:avLst/>
            </a:prstGeom>
            <a:noFill/>
            <a:ln cap="flat" cmpd="sng" w="9525">
              <a:solidFill>
                <a:schemeClr val="dk2"/>
              </a:solidFill>
              <a:prstDash val="solid"/>
              <a:round/>
              <a:headEnd len="med" w="med" type="none"/>
              <a:tailEnd len="med" w="med" type="none"/>
            </a:ln>
          </p:spPr>
        </p:cxnSp>
        <p:cxnSp>
          <p:nvCxnSpPr>
            <p:cNvPr id="1546" name="Google Shape;1546;p31"/>
            <p:cNvCxnSpPr/>
            <p:nvPr/>
          </p:nvCxnSpPr>
          <p:spPr>
            <a:xfrm>
              <a:off x="-6867" y="3993550"/>
              <a:ext cx="273900" cy="407100"/>
            </a:xfrm>
            <a:prstGeom prst="straightConnector1">
              <a:avLst/>
            </a:prstGeom>
            <a:noFill/>
            <a:ln cap="flat" cmpd="sng" w="9525">
              <a:solidFill>
                <a:schemeClr val="dk2"/>
              </a:solidFill>
              <a:prstDash val="solid"/>
              <a:round/>
              <a:headEnd len="med" w="med" type="none"/>
              <a:tailEnd len="med" w="med" type="none"/>
            </a:ln>
          </p:spPr>
        </p:cxnSp>
        <p:grpSp>
          <p:nvGrpSpPr>
            <p:cNvPr id="1547" name="Google Shape;1547;p31"/>
            <p:cNvGrpSpPr/>
            <p:nvPr/>
          </p:nvGrpSpPr>
          <p:grpSpPr>
            <a:xfrm flipH="1">
              <a:off x="1278333" y="4513075"/>
              <a:ext cx="581800" cy="582350"/>
              <a:chOff x="8064275" y="887850"/>
              <a:chExt cx="581800" cy="582350"/>
            </a:xfrm>
          </p:grpSpPr>
          <p:sp>
            <p:nvSpPr>
              <p:cNvPr id="1548" name="Google Shape;1548;p3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4" name="Google Shape;1554;p31"/>
            <p:cNvGrpSpPr/>
            <p:nvPr/>
          </p:nvGrpSpPr>
          <p:grpSpPr>
            <a:xfrm flipH="1">
              <a:off x="2747608" y="4340463"/>
              <a:ext cx="292025" cy="292575"/>
              <a:chOff x="7353050" y="316275"/>
              <a:chExt cx="292025" cy="292575"/>
            </a:xfrm>
          </p:grpSpPr>
          <p:sp>
            <p:nvSpPr>
              <p:cNvPr id="1555" name="Google Shape;1555;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9" name="Google Shape;1559;p31"/>
            <p:cNvGrpSpPr/>
            <p:nvPr/>
          </p:nvGrpSpPr>
          <p:grpSpPr>
            <a:xfrm flipH="1">
              <a:off x="171308" y="4315025"/>
              <a:ext cx="175000" cy="175000"/>
              <a:chOff x="8792300" y="321275"/>
              <a:chExt cx="175000" cy="175000"/>
            </a:xfrm>
          </p:grpSpPr>
          <p:sp>
            <p:nvSpPr>
              <p:cNvPr id="1560" name="Google Shape;1560;p3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4" name="Google Shape;1564;p31"/>
            <p:cNvGrpSpPr/>
            <p:nvPr/>
          </p:nvGrpSpPr>
          <p:grpSpPr>
            <a:xfrm>
              <a:off x="3873197" y="4657550"/>
              <a:ext cx="293111" cy="293388"/>
              <a:chOff x="3164039" y="430875"/>
              <a:chExt cx="293111" cy="293388"/>
            </a:xfrm>
          </p:grpSpPr>
          <p:sp>
            <p:nvSpPr>
              <p:cNvPr id="1565" name="Google Shape;1565;p31"/>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1"/>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1"/>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1"/>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1"/>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1"/>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1" name="Google Shape;1571;p31"/>
            <p:cNvGrpSpPr/>
            <p:nvPr/>
          </p:nvGrpSpPr>
          <p:grpSpPr>
            <a:xfrm flipH="1">
              <a:off x="242270" y="4142425"/>
              <a:ext cx="175013" cy="27000"/>
              <a:chOff x="5662375" y="212375"/>
              <a:chExt cx="175013" cy="27000"/>
            </a:xfrm>
          </p:grpSpPr>
          <p:sp>
            <p:nvSpPr>
              <p:cNvPr id="1572" name="Google Shape;1572;p31"/>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1"/>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75" name="Google Shape;1575;p31"/>
            <p:cNvCxnSpPr/>
            <p:nvPr/>
          </p:nvCxnSpPr>
          <p:spPr>
            <a:xfrm rot="10800000">
              <a:off x="5995050" y="226600"/>
              <a:ext cx="1504500" cy="224700"/>
            </a:xfrm>
            <a:prstGeom prst="straightConnector1">
              <a:avLst/>
            </a:prstGeom>
            <a:noFill/>
            <a:ln cap="flat" cmpd="sng" w="9525">
              <a:solidFill>
                <a:schemeClr val="dk2"/>
              </a:solidFill>
              <a:prstDash val="solid"/>
              <a:round/>
              <a:headEnd len="med" w="med" type="none"/>
              <a:tailEnd len="med" w="med" type="none"/>
            </a:ln>
          </p:spPr>
        </p:cxnSp>
        <p:cxnSp>
          <p:nvCxnSpPr>
            <p:cNvPr id="1576" name="Google Shape;1576;p31"/>
            <p:cNvCxnSpPr/>
            <p:nvPr/>
          </p:nvCxnSpPr>
          <p:spPr>
            <a:xfrm rot="10800000">
              <a:off x="7512925" y="457850"/>
              <a:ext cx="829500" cy="743400"/>
            </a:xfrm>
            <a:prstGeom prst="straightConnector1">
              <a:avLst/>
            </a:prstGeom>
            <a:noFill/>
            <a:ln cap="flat" cmpd="sng" w="9525">
              <a:solidFill>
                <a:schemeClr val="dk2"/>
              </a:solidFill>
              <a:prstDash val="solid"/>
              <a:round/>
              <a:headEnd len="med" w="med" type="none"/>
              <a:tailEnd len="med" w="med" type="none"/>
            </a:ln>
          </p:spPr>
        </p:cxnSp>
        <p:cxnSp>
          <p:nvCxnSpPr>
            <p:cNvPr id="1577" name="Google Shape;1577;p31"/>
            <p:cNvCxnSpPr/>
            <p:nvPr/>
          </p:nvCxnSpPr>
          <p:spPr>
            <a:xfrm flipH="1">
              <a:off x="8348975" y="-6625"/>
              <a:ext cx="796500" cy="1188000"/>
            </a:xfrm>
            <a:prstGeom prst="straightConnector1">
              <a:avLst/>
            </a:prstGeom>
            <a:noFill/>
            <a:ln cap="flat" cmpd="sng" w="9525">
              <a:solidFill>
                <a:schemeClr val="dk2"/>
              </a:solidFill>
              <a:prstDash val="solid"/>
              <a:round/>
              <a:headEnd len="med" w="med" type="none"/>
              <a:tailEnd len="med" w="med" type="none"/>
            </a:ln>
          </p:spPr>
        </p:cxnSp>
        <p:grpSp>
          <p:nvGrpSpPr>
            <p:cNvPr id="1578" name="Google Shape;1578;p31"/>
            <p:cNvGrpSpPr/>
            <p:nvPr/>
          </p:nvGrpSpPr>
          <p:grpSpPr>
            <a:xfrm>
              <a:off x="8064275" y="1040250"/>
              <a:ext cx="581800" cy="582350"/>
              <a:chOff x="8064275" y="887850"/>
              <a:chExt cx="581800" cy="582350"/>
            </a:xfrm>
          </p:grpSpPr>
          <p:sp>
            <p:nvSpPr>
              <p:cNvPr id="1579" name="Google Shape;1579;p31"/>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1"/>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1"/>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1"/>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1"/>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1"/>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5" name="Google Shape;1585;p31"/>
            <p:cNvGrpSpPr/>
            <p:nvPr/>
          </p:nvGrpSpPr>
          <p:grpSpPr>
            <a:xfrm>
              <a:off x="7353050" y="316275"/>
              <a:ext cx="292025" cy="292575"/>
              <a:chOff x="7353050" y="316275"/>
              <a:chExt cx="292025" cy="292575"/>
            </a:xfrm>
          </p:grpSpPr>
          <p:sp>
            <p:nvSpPr>
              <p:cNvPr id="1586" name="Google Shape;1586;p31"/>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1"/>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1"/>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1"/>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0" name="Google Shape;1590;p31"/>
            <p:cNvGrpSpPr/>
            <p:nvPr/>
          </p:nvGrpSpPr>
          <p:grpSpPr>
            <a:xfrm>
              <a:off x="8792300" y="321275"/>
              <a:ext cx="175000" cy="175000"/>
              <a:chOff x="8792300" y="321275"/>
              <a:chExt cx="175000" cy="175000"/>
            </a:xfrm>
          </p:grpSpPr>
          <p:sp>
            <p:nvSpPr>
              <p:cNvPr id="1591" name="Google Shape;1591;p31"/>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1"/>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1"/>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1"/>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5" name="Google Shape;1595;p31"/>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1"/>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1"/>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1"/>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1"/>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1"/>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1" name="Google Shape;1601;p31"/>
            <p:cNvGrpSpPr/>
            <p:nvPr/>
          </p:nvGrpSpPr>
          <p:grpSpPr>
            <a:xfrm>
              <a:off x="8490050" y="170875"/>
              <a:ext cx="175013" cy="27000"/>
              <a:chOff x="5662375" y="212375"/>
              <a:chExt cx="175013" cy="27000"/>
            </a:xfrm>
          </p:grpSpPr>
          <p:sp>
            <p:nvSpPr>
              <p:cNvPr id="1602" name="Google Shape;1602;p3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1"/>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5" name="Google Shape;1605;p31"/>
            <p:cNvGrpSpPr/>
            <p:nvPr/>
          </p:nvGrpSpPr>
          <p:grpSpPr>
            <a:xfrm>
              <a:off x="8678350" y="1658000"/>
              <a:ext cx="175013" cy="27000"/>
              <a:chOff x="5662375" y="212375"/>
              <a:chExt cx="175013" cy="27000"/>
            </a:xfrm>
          </p:grpSpPr>
          <p:sp>
            <p:nvSpPr>
              <p:cNvPr id="1606" name="Google Shape;1606;p31"/>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1"/>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1"/>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CUSTOM_22">
    <p:spTree>
      <p:nvGrpSpPr>
        <p:cNvPr id="1609" name="Shape 1609"/>
        <p:cNvGrpSpPr/>
        <p:nvPr/>
      </p:nvGrpSpPr>
      <p:grpSpPr>
        <a:xfrm>
          <a:off x="0" y="0"/>
          <a:ext cx="0" cy="0"/>
          <a:chOff x="0" y="0"/>
          <a:chExt cx="0" cy="0"/>
        </a:xfrm>
      </p:grpSpPr>
      <p:grpSp>
        <p:nvGrpSpPr>
          <p:cNvPr id="1610" name="Google Shape;1610;p32"/>
          <p:cNvGrpSpPr/>
          <p:nvPr/>
        </p:nvGrpSpPr>
        <p:grpSpPr>
          <a:xfrm>
            <a:off x="1349626" y="598417"/>
            <a:ext cx="6453730" cy="3631136"/>
            <a:chOff x="365750" y="1285025"/>
            <a:chExt cx="6934275" cy="3315500"/>
          </a:xfrm>
        </p:grpSpPr>
        <p:sp>
          <p:nvSpPr>
            <p:cNvPr id="1611" name="Google Shape;1611;p32"/>
            <p:cNvSpPr/>
            <p:nvPr/>
          </p:nvSpPr>
          <p:spPr>
            <a:xfrm>
              <a:off x="365750" y="1285025"/>
              <a:ext cx="6934275" cy="3315500"/>
            </a:xfrm>
            <a:custGeom>
              <a:rect b="b" l="l" r="r" t="t"/>
              <a:pathLst>
                <a:path extrusionOk="0" h="132620" w="277371">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2"/>
            <p:cNvSpPr/>
            <p:nvPr/>
          </p:nvSpPr>
          <p:spPr>
            <a:xfrm>
              <a:off x="417100" y="1285575"/>
              <a:ext cx="6842700" cy="3314500"/>
            </a:xfrm>
            <a:custGeom>
              <a:rect b="b" l="l" r="r" t="t"/>
              <a:pathLst>
                <a:path extrusionOk="0" h="132580" w="273708">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3" name="Google Shape;1613;p32"/>
          <p:cNvSpPr txBox="1"/>
          <p:nvPr>
            <p:ph type="title"/>
          </p:nvPr>
        </p:nvSpPr>
        <p:spPr>
          <a:xfrm>
            <a:off x="2624328" y="1018528"/>
            <a:ext cx="3904500" cy="1902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grpSp>
        <p:nvGrpSpPr>
          <p:cNvPr id="1614" name="Google Shape;1614;p32"/>
          <p:cNvGrpSpPr/>
          <p:nvPr/>
        </p:nvGrpSpPr>
        <p:grpSpPr>
          <a:xfrm>
            <a:off x="-6867" y="-6625"/>
            <a:ext cx="9152342" cy="5102050"/>
            <a:chOff x="-6867" y="-6625"/>
            <a:chExt cx="9152342" cy="5102050"/>
          </a:xfrm>
        </p:grpSpPr>
        <p:cxnSp>
          <p:nvCxnSpPr>
            <p:cNvPr id="1615" name="Google Shape;1615;p32"/>
            <p:cNvCxnSpPr/>
            <p:nvPr/>
          </p:nvCxnSpPr>
          <p:spPr>
            <a:xfrm>
              <a:off x="2904283" y="4513075"/>
              <a:ext cx="1133100" cy="306300"/>
            </a:xfrm>
            <a:prstGeom prst="straightConnector1">
              <a:avLst/>
            </a:prstGeom>
            <a:noFill/>
            <a:ln cap="flat" cmpd="sng" w="9525">
              <a:solidFill>
                <a:srgbClr val="595959"/>
              </a:solidFill>
              <a:prstDash val="solid"/>
              <a:round/>
              <a:headEnd len="med" w="med" type="none"/>
              <a:tailEnd len="med" w="med" type="none"/>
            </a:ln>
          </p:spPr>
        </p:cxnSp>
        <p:cxnSp>
          <p:nvCxnSpPr>
            <p:cNvPr id="1616" name="Google Shape;1616;p32"/>
            <p:cNvCxnSpPr/>
            <p:nvPr/>
          </p:nvCxnSpPr>
          <p:spPr>
            <a:xfrm flipH="1" rot="10800000">
              <a:off x="1562083" y="4492325"/>
              <a:ext cx="1342200" cy="315300"/>
            </a:xfrm>
            <a:prstGeom prst="straightConnector1">
              <a:avLst/>
            </a:prstGeom>
            <a:noFill/>
            <a:ln cap="flat" cmpd="sng" w="9525">
              <a:solidFill>
                <a:srgbClr val="595959"/>
              </a:solidFill>
              <a:prstDash val="solid"/>
              <a:round/>
              <a:headEnd len="med" w="med" type="none"/>
              <a:tailEnd len="med" w="med" type="none"/>
            </a:ln>
          </p:spPr>
        </p:cxnSp>
        <p:cxnSp>
          <p:nvCxnSpPr>
            <p:cNvPr id="1617" name="Google Shape;1617;p32"/>
            <p:cNvCxnSpPr/>
            <p:nvPr/>
          </p:nvCxnSpPr>
          <p:spPr>
            <a:xfrm>
              <a:off x="259558" y="4408000"/>
              <a:ext cx="1332000" cy="392100"/>
            </a:xfrm>
            <a:prstGeom prst="straightConnector1">
              <a:avLst/>
            </a:prstGeom>
            <a:noFill/>
            <a:ln cap="flat" cmpd="sng" w="9525">
              <a:solidFill>
                <a:srgbClr val="595959"/>
              </a:solidFill>
              <a:prstDash val="solid"/>
              <a:round/>
              <a:headEnd len="med" w="med" type="none"/>
              <a:tailEnd len="med" w="med" type="none"/>
            </a:ln>
          </p:spPr>
        </p:cxnSp>
        <p:cxnSp>
          <p:nvCxnSpPr>
            <p:cNvPr id="1618" name="Google Shape;1618;p32"/>
            <p:cNvCxnSpPr/>
            <p:nvPr/>
          </p:nvCxnSpPr>
          <p:spPr>
            <a:xfrm>
              <a:off x="-6867" y="3993550"/>
              <a:ext cx="273900" cy="407100"/>
            </a:xfrm>
            <a:prstGeom prst="straightConnector1">
              <a:avLst/>
            </a:prstGeom>
            <a:noFill/>
            <a:ln cap="flat" cmpd="sng" w="9525">
              <a:solidFill>
                <a:srgbClr val="595959"/>
              </a:solidFill>
              <a:prstDash val="solid"/>
              <a:round/>
              <a:headEnd len="med" w="med" type="none"/>
              <a:tailEnd len="med" w="med" type="none"/>
            </a:ln>
          </p:spPr>
        </p:cxnSp>
        <p:grpSp>
          <p:nvGrpSpPr>
            <p:cNvPr id="1619" name="Google Shape;1619;p32"/>
            <p:cNvGrpSpPr/>
            <p:nvPr/>
          </p:nvGrpSpPr>
          <p:grpSpPr>
            <a:xfrm flipH="1">
              <a:off x="1278333" y="4513075"/>
              <a:ext cx="581800" cy="582350"/>
              <a:chOff x="8064275" y="887850"/>
              <a:chExt cx="581800" cy="582350"/>
            </a:xfrm>
          </p:grpSpPr>
          <p:sp>
            <p:nvSpPr>
              <p:cNvPr id="1620" name="Google Shape;1620;p3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6" name="Google Shape;1626;p32"/>
            <p:cNvGrpSpPr/>
            <p:nvPr/>
          </p:nvGrpSpPr>
          <p:grpSpPr>
            <a:xfrm flipH="1">
              <a:off x="2747608" y="4340463"/>
              <a:ext cx="292025" cy="292575"/>
              <a:chOff x="7353050" y="316275"/>
              <a:chExt cx="292025" cy="292575"/>
            </a:xfrm>
          </p:grpSpPr>
          <p:sp>
            <p:nvSpPr>
              <p:cNvPr id="1627" name="Google Shape;1627;p3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1" name="Google Shape;1631;p32"/>
            <p:cNvGrpSpPr/>
            <p:nvPr/>
          </p:nvGrpSpPr>
          <p:grpSpPr>
            <a:xfrm flipH="1">
              <a:off x="171308" y="4315025"/>
              <a:ext cx="175000" cy="175000"/>
              <a:chOff x="8792300" y="321275"/>
              <a:chExt cx="175000" cy="175000"/>
            </a:xfrm>
          </p:grpSpPr>
          <p:sp>
            <p:nvSpPr>
              <p:cNvPr id="1632" name="Google Shape;1632;p3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6" name="Google Shape;1636;p32"/>
            <p:cNvGrpSpPr/>
            <p:nvPr/>
          </p:nvGrpSpPr>
          <p:grpSpPr>
            <a:xfrm>
              <a:off x="3873197" y="4657550"/>
              <a:ext cx="293111" cy="293388"/>
              <a:chOff x="3164039" y="430875"/>
              <a:chExt cx="293111" cy="293388"/>
            </a:xfrm>
          </p:grpSpPr>
          <p:sp>
            <p:nvSpPr>
              <p:cNvPr id="1637" name="Google Shape;1637;p32"/>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2"/>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2"/>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2"/>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2"/>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2"/>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3" name="Google Shape;1643;p32"/>
            <p:cNvGrpSpPr/>
            <p:nvPr/>
          </p:nvGrpSpPr>
          <p:grpSpPr>
            <a:xfrm flipH="1">
              <a:off x="242270" y="4142425"/>
              <a:ext cx="175013" cy="27000"/>
              <a:chOff x="5662375" y="212375"/>
              <a:chExt cx="175013" cy="27000"/>
            </a:xfrm>
          </p:grpSpPr>
          <p:sp>
            <p:nvSpPr>
              <p:cNvPr id="1644" name="Google Shape;1644;p32"/>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2"/>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2"/>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47" name="Google Shape;1647;p32"/>
            <p:cNvCxnSpPr/>
            <p:nvPr/>
          </p:nvCxnSpPr>
          <p:spPr>
            <a:xfrm rot="10800000">
              <a:off x="5995050" y="226600"/>
              <a:ext cx="1504500" cy="224700"/>
            </a:xfrm>
            <a:prstGeom prst="straightConnector1">
              <a:avLst/>
            </a:prstGeom>
            <a:noFill/>
            <a:ln cap="flat" cmpd="sng" w="9525">
              <a:solidFill>
                <a:srgbClr val="595959"/>
              </a:solidFill>
              <a:prstDash val="solid"/>
              <a:round/>
              <a:headEnd len="med" w="med" type="none"/>
              <a:tailEnd len="med" w="med" type="none"/>
            </a:ln>
          </p:spPr>
        </p:cxnSp>
        <p:cxnSp>
          <p:nvCxnSpPr>
            <p:cNvPr id="1648" name="Google Shape;1648;p32"/>
            <p:cNvCxnSpPr/>
            <p:nvPr/>
          </p:nvCxnSpPr>
          <p:spPr>
            <a:xfrm rot="10800000">
              <a:off x="7512925" y="457850"/>
              <a:ext cx="829500" cy="743400"/>
            </a:xfrm>
            <a:prstGeom prst="straightConnector1">
              <a:avLst/>
            </a:prstGeom>
            <a:noFill/>
            <a:ln cap="flat" cmpd="sng" w="9525">
              <a:solidFill>
                <a:srgbClr val="595959"/>
              </a:solidFill>
              <a:prstDash val="solid"/>
              <a:round/>
              <a:headEnd len="med" w="med" type="none"/>
              <a:tailEnd len="med" w="med" type="none"/>
            </a:ln>
          </p:spPr>
        </p:cxnSp>
        <p:cxnSp>
          <p:nvCxnSpPr>
            <p:cNvPr id="1649" name="Google Shape;1649;p32"/>
            <p:cNvCxnSpPr/>
            <p:nvPr/>
          </p:nvCxnSpPr>
          <p:spPr>
            <a:xfrm flipH="1">
              <a:off x="8348975" y="-6625"/>
              <a:ext cx="796500" cy="1188000"/>
            </a:xfrm>
            <a:prstGeom prst="straightConnector1">
              <a:avLst/>
            </a:prstGeom>
            <a:noFill/>
            <a:ln cap="flat" cmpd="sng" w="9525">
              <a:solidFill>
                <a:srgbClr val="595959"/>
              </a:solidFill>
              <a:prstDash val="solid"/>
              <a:round/>
              <a:headEnd len="med" w="med" type="none"/>
              <a:tailEnd len="med" w="med" type="none"/>
            </a:ln>
          </p:spPr>
        </p:cxnSp>
        <p:grpSp>
          <p:nvGrpSpPr>
            <p:cNvPr id="1650" name="Google Shape;1650;p32"/>
            <p:cNvGrpSpPr/>
            <p:nvPr/>
          </p:nvGrpSpPr>
          <p:grpSpPr>
            <a:xfrm>
              <a:off x="8064275" y="1040250"/>
              <a:ext cx="581800" cy="582350"/>
              <a:chOff x="8064275" y="887850"/>
              <a:chExt cx="581800" cy="582350"/>
            </a:xfrm>
          </p:grpSpPr>
          <p:sp>
            <p:nvSpPr>
              <p:cNvPr id="1651" name="Google Shape;1651;p32"/>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2"/>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2"/>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2"/>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2"/>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2"/>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7" name="Google Shape;1657;p32"/>
            <p:cNvGrpSpPr/>
            <p:nvPr/>
          </p:nvGrpSpPr>
          <p:grpSpPr>
            <a:xfrm>
              <a:off x="7353050" y="316275"/>
              <a:ext cx="292025" cy="292575"/>
              <a:chOff x="7353050" y="316275"/>
              <a:chExt cx="292025" cy="292575"/>
            </a:xfrm>
          </p:grpSpPr>
          <p:sp>
            <p:nvSpPr>
              <p:cNvPr id="1658" name="Google Shape;1658;p32"/>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2"/>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2"/>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2"/>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2" name="Google Shape;1662;p32"/>
            <p:cNvGrpSpPr/>
            <p:nvPr/>
          </p:nvGrpSpPr>
          <p:grpSpPr>
            <a:xfrm>
              <a:off x="8792300" y="321275"/>
              <a:ext cx="175000" cy="175000"/>
              <a:chOff x="8792300" y="321275"/>
              <a:chExt cx="175000" cy="175000"/>
            </a:xfrm>
          </p:grpSpPr>
          <p:sp>
            <p:nvSpPr>
              <p:cNvPr id="1663" name="Google Shape;1663;p32"/>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2"/>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2"/>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2"/>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7" name="Google Shape;1667;p32"/>
            <p:cNvSpPr/>
            <p:nvPr/>
          </p:nvSpPr>
          <p:spPr>
            <a:xfrm>
              <a:off x="5829305" y="687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2"/>
            <p:cNvSpPr/>
            <p:nvPr/>
          </p:nvSpPr>
          <p:spPr>
            <a:xfrm>
              <a:off x="5827050" y="661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2"/>
            <p:cNvSpPr/>
            <p:nvPr/>
          </p:nvSpPr>
          <p:spPr>
            <a:xfrm>
              <a:off x="5865794" y="1052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2"/>
            <p:cNvSpPr/>
            <p:nvPr/>
          </p:nvSpPr>
          <p:spPr>
            <a:xfrm>
              <a:off x="5863552" y="1026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2"/>
            <p:cNvSpPr/>
            <p:nvPr/>
          </p:nvSpPr>
          <p:spPr>
            <a:xfrm>
              <a:off x="5905382" y="1447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2"/>
            <p:cNvSpPr/>
            <p:nvPr/>
          </p:nvSpPr>
          <p:spPr>
            <a:xfrm>
              <a:off x="5903140" y="1425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3" name="Google Shape;1673;p32"/>
            <p:cNvGrpSpPr/>
            <p:nvPr/>
          </p:nvGrpSpPr>
          <p:grpSpPr>
            <a:xfrm>
              <a:off x="8490050" y="170875"/>
              <a:ext cx="175013" cy="27000"/>
              <a:chOff x="5662375" y="212375"/>
              <a:chExt cx="175013" cy="27000"/>
            </a:xfrm>
          </p:grpSpPr>
          <p:sp>
            <p:nvSpPr>
              <p:cNvPr id="1674" name="Google Shape;1674;p32"/>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2"/>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2"/>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7" name="Google Shape;1677;p32"/>
            <p:cNvGrpSpPr/>
            <p:nvPr/>
          </p:nvGrpSpPr>
          <p:grpSpPr>
            <a:xfrm>
              <a:off x="8678350" y="1658000"/>
              <a:ext cx="175013" cy="27000"/>
              <a:chOff x="5662375" y="212375"/>
              <a:chExt cx="175013" cy="27000"/>
            </a:xfrm>
          </p:grpSpPr>
          <p:sp>
            <p:nvSpPr>
              <p:cNvPr id="1678" name="Google Shape;1678;p32"/>
              <p:cNvSpPr/>
              <p:nvPr/>
            </p:nvSpPr>
            <p:spPr>
              <a:xfrm>
                <a:off x="5662375"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2"/>
              <p:cNvSpPr/>
              <p:nvPr/>
            </p:nvSpPr>
            <p:spPr>
              <a:xfrm>
                <a:off x="5736381"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2"/>
              <p:cNvSpPr/>
              <p:nvPr/>
            </p:nvSpPr>
            <p:spPr>
              <a:xfrm>
                <a:off x="5810388" y="212375"/>
                <a:ext cx="27000" cy="270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81" name="Google Shape;1681;p32"/>
          <p:cNvSpPr txBox="1"/>
          <p:nvPr>
            <p:ph idx="1" type="subTitle"/>
          </p:nvPr>
        </p:nvSpPr>
        <p:spPr>
          <a:xfrm>
            <a:off x="3639300" y="2596896"/>
            <a:ext cx="1865400" cy="61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3">
    <p:spTree>
      <p:nvGrpSpPr>
        <p:cNvPr id="1682" name="Shape 1682"/>
        <p:cNvGrpSpPr/>
        <p:nvPr/>
      </p:nvGrpSpPr>
      <p:grpSpPr>
        <a:xfrm>
          <a:off x="0" y="0"/>
          <a:ext cx="0" cy="0"/>
          <a:chOff x="0" y="0"/>
          <a:chExt cx="0" cy="0"/>
        </a:xfrm>
      </p:grpSpPr>
      <p:sp>
        <p:nvSpPr>
          <p:cNvPr id="1683" name="Google Shape;1683;p33"/>
          <p:cNvSpPr txBox="1"/>
          <p:nvPr>
            <p:ph idx="1" type="body"/>
          </p:nvPr>
        </p:nvSpPr>
        <p:spPr>
          <a:xfrm>
            <a:off x="1881350" y="1246850"/>
            <a:ext cx="2133300" cy="3524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indent="-317500" lvl="1" marL="914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indent="-317500" lvl="2" marL="1371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indent="-317500" lvl="3" marL="1828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indent="-317500" lvl="4" marL="22860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indent="-317500" lvl="5" marL="27432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indent="-317500" lvl="6" marL="3200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indent="-317500" lvl="7" marL="3657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indent="-317500" lvl="8" marL="4114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p:txBody>
      </p:sp>
      <p:sp>
        <p:nvSpPr>
          <p:cNvPr id="1684" name="Google Shape;1684;p33"/>
          <p:cNvSpPr txBox="1"/>
          <p:nvPr>
            <p:ph idx="2" type="body"/>
          </p:nvPr>
        </p:nvSpPr>
        <p:spPr>
          <a:xfrm>
            <a:off x="4220325" y="1246850"/>
            <a:ext cx="3099900" cy="35244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indent="-317500" lvl="1" marL="914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indent="-317500" lvl="2" marL="1371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indent="-317500" lvl="3" marL="1828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indent="-317500" lvl="4" marL="22860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indent="-317500" lvl="5" marL="27432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indent="-317500" lvl="6" marL="32004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indent="-317500" lvl="7" marL="36576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indent="-317500" lvl="8" marL="41148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p:txBody>
      </p:sp>
      <p:sp>
        <p:nvSpPr>
          <p:cNvPr id="1685" name="Google Shape;1685;p33"/>
          <p:cNvSpPr txBox="1"/>
          <p:nvPr>
            <p:ph type="title"/>
          </p:nvPr>
        </p:nvSpPr>
        <p:spPr>
          <a:xfrm>
            <a:off x="2532888" y="338328"/>
            <a:ext cx="40875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grpSp>
        <p:nvGrpSpPr>
          <p:cNvPr id="1686" name="Google Shape;1686;p33"/>
          <p:cNvGrpSpPr/>
          <p:nvPr/>
        </p:nvGrpSpPr>
        <p:grpSpPr>
          <a:xfrm>
            <a:off x="432850" y="0"/>
            <a:ext cx="8278300" cy="5165700"/>
            <a:chOff x="432850" y="0"/>
            <a:chExt cx="8278300" cy="5165700"/>
          </a:xfrm>
        </p:grpSpPr>
        <p:cxnSp>
          <p:nvCxnSpPr>
            <p:cNvPr id="1687" name="Google Shape;1687;p33"/>
            <p:cNvCxnSpPr/>
            <p:nvPr/>
          </p:nvCxnSpPr>
          <p:spPr>
            <a:xfrm rot="10800000">
              <a:off x="8420275" y="2664300"/>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688" name="Google Shape;1688;p33"/>
            <p:cNvGrpSpPr/>
            <p:nvPr/>
          </p:nvGrpSpPr>
          <p:grpSpPr>
            <a:xfrm>
              <a:off x="8129350" y="4292175"/>
              <a:ext cx="581800" cy="582350"/>
              <a:chOff x="8064275" y="887850"/>
              <a:chExt cx="581800" cy="582350"/>
            </a:xfrm>
          </p:grpSpPr>
          <p:sp>
            <p:nvSpPr>
              <p:cNvPr id="1689" name="Google Shape;1689;p3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5" name="Google Shape;1695;p33"/>
            <p:cNvGrpSpPr/>
            <p:nvPr/>
          </p:nvGrpSpPr>
          <p:grpSpPr>
            <a:xfrm>
              <a:off x="8274238" y="3720600"/>
              <a:ext cx="292025" cy="292575"/>
              <a:chOff x="7353050" y="316275"/>
              <a:chExt cx="292025" cy="292575"/>
            </a:xfrm>
          </p:grpSpPr>
          <p:sp>
            <p:nvSpPr>
              <p:cNvPr id="1696" name="Google Shape;1696;p3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0" name="Google Shape;1700;p33"/>
            <p:cNvGrpSpPr/>
            <p:nvPr/>
          </p:nvGrpSpPr>
          <p:grpSpPr>
            <a:xfrm>
              <a:off x="8332763" y="3212475"/>
              <a:ext cx="175000" cy="175000"/>
              <a:chOff x="8792300" y="321275"/>
              <a:chExt cx="175000" cy="175000"/>
            </a:xfrm>
          </p:grpSpPr>
          <p:sp>
            <p:nvSpPr>
              <p:cNvPr id="1701" name="Google Shape;1701;p3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05" name="Google Shape;1705;p33"/>
            <p:cNvCxnSpPr/>
            <p:nvPr/>
          </p:nvCxnSpPr>
          <p:spPr>
            <a:xfrm>
              <a:off x="723725" y="613"/>
              <a:ext cx="0" cy="2501400"/>
            </a:xfrm>
            <a:prstGeom prst="straightConnector1">
              <a:avLst/>
            </a:prstGeom>
            <a:noFill/>
            <a:ln cap="flat" cmpd="sng" w="9525">
              <a:solidFill>
                <a:schemeClr val="dk1"/>
              </a:solidFill>
              <a:prstDash val="solid"/>
              <a:round/>
              <a:headEnd len="med" w="med" type="none"/>
              <a:tailEnd len="med" w="med" type="none"/>
            </a:ln>
          </p:spPr>
        </p:cxnSp>
        <p:grpSp>
          <p:nvGrpSpPr>
            <p:cNvPr id="1706" name="Google Shape;1706;p33"/>
            <p:cNvGrpSpPr/>
            <p:nvPr/>
          </p:nvGrpSpPr>
          <p:grpSpPr>
            <a:xfrm rot="10800000">
              <a:off x="432850" y="291788"/>
              <a:ext cx="581800" cy="582350"/>
              <a:chOff x="8064275" y="887850"/>
              <a:chExt cx="581800" cy="582350"/>
            </a:xfrm>
          </p:grpSpPr>
          <p:sp>
            <p:nvSpPr>
              <p:cNvPr id="1707" name="Google Shape;1707;p3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3" name="Google Shape;1713;p33"/>
            <p:cNvGrpSpPr/>
            <p:nvPr/>
          </p:nvGrpSpPr>
          <p:grpSpPr>
            <a:xfrm rot="10800000">
              <a:off x="577738" y="1153138"/>
              <a:ext cx="292025" cy="292575"/>
              <a:chOff x="7353050" y="316275"/>
              <a:chExt cx="292025" cy="292575"/>
            </a:xfrm>
          </p:grpSpPr>
          <p:sp>
            <p:nvSpPr>
              <p:cNvPr id="1714" name="Google Shape;1714;p3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8" name="Google Shape;1718;p33"/>
            <p:cNvGrpSpPr/>
            <p:nvPr/>
          </p:nvGrpSpPr>
          <p:grpSpPr>
            <a:xfrm rot="10800000">
              <a:off x="636238" y="1778838"/>
              <a:ext cx="175000" cy="175000"/>
              <a:chOff x="8792300" y="321275"/>
              <a:chExt cx="175000" cy="175000"/>
            </a:xfrm>
          </p:grpSpPr>
          <p:sp>
            <p:nvSpPr>
              <p:cNvPr id="1719" name="Google Shape;1719;p33"/>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3"/>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3"/>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3"/>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3" name="Google Shape;1723;p33"/>
            <p:cNvGrpSpPr/>
            <p:nvPr/>
          </p:nvGrpSpPr>
          <p:grpSpPr>
            <a:xfrm>
              <a:off x="432850" y="2003163"/>
              <a:ext cx="175013" cy="27000"/>
              <a:chOff x="5662375" y="212375"/>
              <a:chExt cx="175013" cy="27000"/>
            </a:xfrm>
          </p:grpSpPr>
          <p:sp>
            <p:nvSpPr>
              <p:cNvPr id="1724" name="Google Shape;1724;p3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7" name="Google Shape;1727;p33"/>
            <p:cNvGrpSpPr/>
            <p:nvPr/>
          </p:nvGrpSpPr>
          <p:grpSpPr>
            <a:xfrm>
              <a:off x="788100" y="208488"/>
              <a:ext cx="175013" cy="27000"/>
              <a:chOff x="5662375" y="212375"/>
              <a:chExt cx="175013" cy="27000"/>
            </a:xfrm>
          </p:grpSpPr>
          <p:sp>
            <p:nvSpPr>
              <p:cNvPr id="1728" name="Google Shape;1728;p3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1" name="Google Shape;1731;p33"/>
            <p:cNvGrpSpPr/>
            <p:nvPr/>
          </p:nvGrpSpPr>
          <p:grpSpPr>
            <a:xfrm>
              <a:off x="8129350" y="4988725"/>
              <a:ext cx="175013" cy="27000"/>
              <a:chOff x="5662375" y="212375"/>
              <a:chExt cx="175013" cy="27000"/>
            </a:xfrm>
          </p:grpSpPr>
          <p:sp>
            <p:nvSpPr>
              <p:cNvPr id="1732" name="Google Shape;1732;p3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5" name="Google Shape;1735;p33"/>
            <p:cNvGrpSpPr/>
            <p:nvPr/>
          </p:nvGrpSpPr>
          <p:grpSpPr>
            <a:xfrm>
              <a:off x="8497550" y="3429425"/>
              <a:ext cx="175013" cy="27000"/>
              <a:chOff x="5662375" y="212375"/>
              <a:chExt cx="175013" cy="27000"/>
            </a:xfrm>
          </p:grpSpPr>
          <p:sp>
            <p:nvSpPr>
              <p:cNvPr id="1736" name="Google Shape;1736;p33"/>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3"/>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3"/>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739" name="Google Shape;1739;p33"/>
            <p:cNvCxnSpPr/>
            <p:nvPr/>
          </p:nvCxnSpPr>
          <p:spPr>
            <a:xfrm>
              <a:off x="8407225" y="0"/>
              <a:ext cx="0" cy="2160900"/>
            </a:xfrm>
            <a:prstGeom prst="straightConnector1">
              <a:avLst/>
            </a:prstGeom>
            <a:noFill/>
            <a:ln cap="flat" cmpd="sng" w="9525">
              <a:solidFill>
                <a:schemeClr val="dk1"/>
              </a:solidFill>
              <a:prstDash val="solid"/>
              <a:round/>
              <a:headEnd len="med" w="med" type="none"/>
              <a:tailEnd len="med" w="med" type="none"/>
            </a:ln>
          </p:spPr>
        </p:cxnSp>
        <p:cxnSp>
          <p:nvCxnSpPr>
            <p:cNvPr id="1740" name="Google Shape;1740;p33"/>
            <p:cNvCxnSpPr/>
            <p:nvPr/>
          </p:nvCxnSpPr>
          <p:spPr>
            <a:xfrm>
              <a:off x="718025" y="2985634"/>
              <a:ext cx="0" cy="2160900"/>
            </a:xfrm>
            <a:prstGeom prst="straightConnector1">
              <a:avLst/>
            </a:prstGeom>
            <a:noFill/>
            <a:ln cap="flat" cmpd="sng" w="9525">
              <a:solidFill>
                <a:schemeClr val="dk1"/>
              </a:solidFill>
              <a:prstDash val="solid"/>
              <a:round/>
              <a:headEnd len="med" w="med" type="none"/>
              <a:tailEnd len="med" w="med" type="none"/>
            </a:ln>
          </p:spPr>
        </p:cxnSp>
        <p:sp>
          <p:nvSpPr>
            <p:cNvPr id="1741" name="Google Shape;1741;p33"/>
            <p:cNvSpPr/>
            <p:nvPr/>
          </p:nvSpPr>
          <p:spPr>
            <a:xfrm>
              <a:off x="671825" y="458788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3"/>
            <p:cNvSpPr/>
            <p:nvPr/>
          </p:nvSpPr>
          <p:spPr>
            <a:xfrm>
              <a:off x="671825" y="3940338"/>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3"/>
            <p:cNvSpPr/>
            <p:nvPr/>
          </p:nvSpPr>
          <p:spPr>
            <a:xfrm>
              <a:off x="8361025" y="1453500"/>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3"/>
            <p:cNvSpPr/>
            <p:nvPr/>
          </p:nvSpPr>
          <p:spPr>
            <a:xfrm>
              <a:off x="8361025" y="234875"/>
              <a:ext cx="92400" cy="924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2.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3750" y="526925"/>
            <a:ext cx="7696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9.png"/><Relationship Id="rId9"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2.png"/><Relationship Id="rId11" Type="http://schemas.openxmlformats.org/officeDocument/2006/relationships/image" Target="../media/image13.png"/><Relationship Id="rId10" Type="http://schemas.openxmlformats.org/officeDocument/2006/relationships/image" Target="../media/image19.png"/><Relationship Id="rId1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8" name="Shape 1748"/>
        <p:cNvGrpSpPr/>
        <p:nvPr/>
      </p:nvGrpSpPr>
      <p:grpSpPr>
        <a:xfrm>
          <a:off x="0" y="0"/>
          <a:ext cx="0" cy="0"/>
          <a:chOff x="0" y="0"/>
          <a:chExt cx="0" cy="0"/>
        </a:xfrm>
      </p:grpSpPr>
      <p:sp>
        <p:nvSpPr>
          <p:cNvPr id="1749" name="Google Shape;1749;p34"/>
          <p:cNvSpPr txBox="1"/>
          <p:nvPr>
            <p:ph type="ctrTitle"/>
          </p:nvPr>
        </p:nvSpPr>
        <p:spPr>
          <a:xfrm>
            <a:off x="5248656" y="2002536"/>
            <a:ext cx="3264300" cy="1792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5000"/>
              <a:t>Baobab</a:t>
            </a:r>
            <a:endParaRPr sz="5000">
              <a:solidFill>
                <a:schemeClr val="dk2"/>
              </a:solidFill>
            </a:endParaRPr>
          </a:p>
        </p:txBody>
      </p:sp>
      <p:sp>
        <p:nvSpPr>
          <p:cNvPr id="1750" name="Google Shape;1750;p34"/>
          <p:cNvSpPr txBox="1"/>
          <p:nvPr>
            <p:ph idx="1" type="subTitle"/>
          </p:nvPr>
        </p:nvSpPr>
        <p:spPr>
          <a:xfrm>
            <a:off x="5765651" y="3721600"/>
            <a:ext cx="2747400" cy="8961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2300"/>
              <a:t>A tree that thrives where little else can.</a:t>
            </a:r>
            <a:endParaRPr sz="2300">
              <a:solidFill>
                <a:schemeClr val="accent1"/>
              </a:solidFill>
            </a:endParaRPr>
          </a:p>
          <a:p>
            <a:pPr indent="0" lvl="0" marL="0" rtl="0" algn="r">
              <a:spcBef>
                <a:spcPts val="0"/>
              </a:spcBef>
              <a:spcAft>
                <a:spcPts val="0"/>
              </a:spcAft>
              <a:buNone/>
            </a:pPr>
            <a:r>
              <a:t/>
            </a:r>
            <a:endParaRPr sz="2300">
              <a:solidFill>
                <a:schemeClr val="accent1"/>
              </a:solidFill>
            </a:endParaRPr>
          </a:p>
        </p:txBody>
      </p:sp>
      <p:grpSp>
        <p:nvGrpSpPr>
          <p:cNvPr id="1751" name="Google Shape;1751;p34"/>
          <p:cNvGrpSpPr/>
          <p:nvPr/>
        </p:nvGrpSpPr>
        <p:grpSpPr>
          <a:xfrm>
            <a:off x="303210" y="959719"/>
            <a:ext cx="5343540" cy="4183680"/>
            <a:chOff x="469775" y="238125"/>
            <a:chExt cx="6679425" cy="5229600"/>
          </a:xfrm>
        </p:grpSpPr>
        <p:sp>
          <p:nvSpPr>
            <p:cNvPr id="1752" name="Google Shape;1752;p34"/>
            <p:cNvSpPr/>
            <p:nvPr/>
          </p:nvSpPr>
          <p:spPr>
            <a:xfrm>
              <a:off x="830950" y="238200"/>
              <a:ext cx="6001825" cy="5109175"/>
            </a:xfrm>
            <a:custGeom>
              <a:rect b="b" l="l" r="r" t="t"/>
              <a:pathLst>
                <a:path extrusionOk="0" h="204367" w="240073">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4"/>
            <p:cNvSpPr/>
            <p:nvPr/>
          </p:nvSpPr>
          <p:spPr>
            <a:xfrm>
              <a:off x="1009000" y="238125"/>
              <a:ext cx="5764775" cy="5102425"/>
            </a:xfrm>
            <a:custGeom>
              <a:rect b="b" l="l" r="r" t="t"/>
              <a:pathLst>
                <a:path extrusionOk="0" h="204097" w="230591">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4"/>
            <p:cNvSpPr/>
            <p:nvPr/>
          </p:nvSpPr>
          <p:spPr>
            <a:xfrm>
              <a:off x="6155150" y="3211050"/>
              <a:ext cx="888225" cy="2247525"/>
            </a:xfrm>
            <a:custGeom>
              <a:rect b="b" l="l" r="r" t="t"/>
              <a:pathLst>
                <a:path extrusionOk="0" h="89901" w="35529">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4"/>
            <p:cNvSpPr/>
            <p:nvPr/>
          </p:nvSpPr>
          <p:spPr>
            <a:xfrm>
              <a:off x="2992975" y="2455100"/>
              <a:ext cx="2658575" cy="3012625"/>
            </a:xfrm>
            <a:custGeom>
              <a:rect b="b" l="l" r="r" t="t"/>
              <a:pathLst>
                <a:path extrusionOk="0" h="120505" w="106343">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4"/>
            <p:cNvSpPr/>
            <p:nvPr/>
          </p:nvSpPr>
          <p:spPr>
            <a:xfrm>
              <a:off x="2992975" y="2709450"/>
              <a:ext cx="2434725" cy="2758275"/>
            </a:xfrm>
            <a:custGeom>
              <a:rect b="b" l="l" r="r" t="t"/>
              <a:pathLst>
                <a:path extrusionOk="0" h="110331" w="97389">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4"/>
            <p:cNvSpPr/>
            <p:nvPr/>
          </p:nvSpPr>
          <p:spPr>
            <a:xfrm>
              <a:off x="5418525" y="2464250"/>
              <a:ext cx="224875" cy="2994325"/>
            </a:xfrm>
            <a:custGeom>
              <a:rect b="b" l="l" r="r" t="t"/>
              <a:pathLst>
                <a:path extrusionOk="0" h="119773" w="8995">
                  <a:moveTo>
                    <a:pt x="8995" y="1"/>
                  </a:moveTo>
                  <a:lnTo>
                    <a:pt x="1" y="10134"/>
                  </a:lnTo>
                  <a:lnTo>
                    <a:pt x="1" y="119772"/>
                  </a:lnTo>
                  <a:lnTo>
                    <a:pt x="8995" y="119772"/>
                  </a:lnTo>
                  <a:lnTo>
                    <a:pt x="899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4"/>
            <p:cNvSpPr/>
            <p:nvPr/>
          </p:nvSpPr>
          <p:spPr>
            <a:xfrm>
              <a:off x="5533500" y="4907100"/>
              <a:ext cx="109900" cy="551475"/>
            </a:xfrm>
            <a:custGeom>
              <a:rect b="b" l="l" r="r" t="t"/>
              <a:pathLst>
                <a:path extrusionOk="0" h="22059" w="4396">
                  <a:moveTo>
                    <a:pt x="0" y="1"/>
                  </a:moveTo>
                  <a:lnTo>
                    <a:pt x="0" y="22058"/>
                  </a:lnTo>
                  <a:lnTo>
                    <a:pt x="4396" y="22058"/>
                  </a:lnTo>
                  <a:lnTo>
                    <a:pt x="43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4"/>
            <p:cNvSpPr/>
            <p:nvPr/>
          </p:nvSpPr>
          <p:spPr>
            <a:xfrm>
              <a:off x="5525350" y="4898950"/>
              <a:ext cx="126200" cy="568775"/>
            </a:xfrm>
            <a:custGeom>
              <a:rect b="b" l="l" r="r" t="t"/>
              <a:pathLst>
                <a:path extrusionOk="0" h="22751" w="5048">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4"/>
            <p:cNvSpPr/>
            <p:nvPr/>
          </p:nvSpPr>
          <p:spPr>
            <a:xfrm>
              <a:off x="5643375" y="4524550"/>
              <a:ext cx="474150" cy="934025"/>
            </a:xfrm>
            <a:custGeom>
              <a:rect b="b" l="l" r="r" t="t"/>
              <a:pathLst>
                <a:path extrusionOk="0" h="37361" w="18966">
                  <a:moveTo>
                    <a:pt x="18965" y="0"/>
                  </a:moveTo>
                  <a:lnTo>
                    <a:pt x="1" y="15303"/>
                  </a:lnTo>
                  <a:lnTo>
                    <a:pt x="1" y="37360"/>
                  </a:lnTo>
                  <a:lnTo>
                    <a:pt x="18965" y="37360"/>
                  </a:lnTo>
                  <a:lnTo>
                    <a:pt x="189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4"/>
            <p:cNvSpPr/>
            <p:nvPr/>
          </p:nvSpPr>
          <p:spPr>
            <a:xfrm>
              <a:off x="5634225" y="4516325"/>
              <a:ext cx="491450" cy="951400"/>
            </a:xfrm>
            <a:custGeom>
              <a:rect b="b" l="l" r="r" t="t"/>
              <a:pathLst>
                <a:path extrusionOk="0" h="38056" w="19658">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4"/>
            <p:cNvSpPr/>
            <p:nvPr/>
          </p:nvSpPr>
          <p:spPr>
            <a:xfrm>
              <a:off x="1820900" y="4907100"/>
              <a:ext cx="109900" cy="551475"/>
            </a:xfrm>
            <a:custGeom>
              <a:rect b="b" l="l" r="r" t="t"/>
              <a:pathLst>
                <a:path extrusionOk="0" h="22059" w="4396">
                  <a:moveTo>
                    <a:pt x="1" y="1"/>
                  </a:moveTo>
                  <a:lnTo>
                    <a:pt x="1" y="22058"/>
                  </a:lnTo>
                  <a:lnTo>
                    <a:pt x="4396" y="22058"/>
                  </a:lnTo>
                  <a:lnTo>
                    <a:pt x="439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4"/>
            <p:cNvSpPr/>
            <p:nvPr/>
          </p:nvSpPr>
          <p:spPr>
            <a:xfrm>
              <a:off x="1812775" y="4898950"/>
              <a:ext cx="126175" cy="568775"/>
            </a:xfrm>
            <a:custGeom>
              <a:rect b="b" l="l" r="r" t="t"/>
              <a:pathLst>
                <a:path extrusionOk="0" h="22751" w="5047">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4"/>
            <p:cNvSpPr/>
            <p:nvPr/>
          </p:nvSpPr>
          <p:spPr>
            <a:xfrm>
              <a:off x="1930800" y="4524550"/>
              <a:ext cx="474125" cy="934025"/>
            </a:xfrm>
            <a:custGeom>
              <a:rect b="b" l="l" r="r" t="t"/>
              <a:pathLst>
                <a:path extrusionOk="0" h="37361" w="18965">
                  <a:moveTo>
                    <a:pt x="18965" y="0"/>
                  </a:moveTo>
                  <a:lnTo>
                    <a:pt x="0" y="15303"/>
                  </a:lnTo>
                  <a:lnTo>
                    <a:pt x="0" y="37360"/>
                  </a:lnTo>
                  <a:lnTo>
                    <a:pt x="18965" y="37360"/>
                  </a:lnTo>
                  <a:lnTo>
                    <a:pt x="189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4"/>
            <p:cNvSpPr/>
            <p:nvPr/>
          </p:nvSpPr>
          <p:spPr>
            <a:xfrm>
              <a:off x="1921625" y="4516325"/>
              <a:ext cx="491450" cy="951400"/>
            </a:xfrm>
            <a:custGeom>
              <a:rect b="b" l="l" r="r" t="t"/>
              <a:pathLst>
                <a:path extrusionOk="0" h="38056" w="19658">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4"/>
            <p:cNvSpPr/>
            <p:nvPr/>
          </p:nvSpPr>
          <p:spPr>
            <a:xfrm>
              <a:off x="1398675" y="4437050"/>
              <a:ext cx="5067825" cy="567750"/>
            </a:xfrm>
            <a:custGeom>
              <a:rect b="b" l="l" r="r" t="t"/>
              <a:pathLst>
                <a:path extrusionOk="0" h="22710" w="202713">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4"/>
            <p:cNvSpPr/>
            <p:nvPr/>
          </p:nvSpPr>
          <p:spPr>
            <a:xfrm>
              <a:off x="1390525" y="4428500"/>
              <a:ext cx="5084125" cy="584450"/>
            </a:xfrm>
            <a:custGeom>
              <a:rect b="b" l="l" r="r" t="t"/>
              <a:pathLst>
                <a:path extrusionOk="0" h="23378" w="203365">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4"/>
            <p:cNvSpPr/>
            <p:nvPr/>
          </p:nvSpPr>
          <p:spPr>
            <a:xfrm>
              <a:off x="1400700" y="4437050"/>
              <a:ext cx="5065800" cy="531125"/>
            </a:xfrm>
            <a:custGeom>
              <a:rect b="b" l="l" r="r" t="t"/>
              <a:pathLst>
                <a:path extrusionOk="0" h="21245" w="202632">
                  <a:moveTo>
                    <a:pt x="44157" y="0"/>
                  </a:moveTo>
                  <a:lnTo>
                    <a:pt x="1" y="21244"/>
                  </a:lnTo>
                  <a:lnTo>
                    <a:pt x="174958" y="21244"/>
                  </a:lnTo>
                  <a:lnTo>
                    <a:pt x="20263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4"/>
            <p:cNvSpPr/>
            <p:nvPr/>
          </p:nvSpPr>
          <p:spPr>
            <a:xfrm>
              <a:off x="1391550" y="4427900"/>
              <a:ext cx="5084100" cy="549425"/>
            </a:xfrm>
            <a:custGeom>
              <a:rect b="b" l="l" r="r" t="t"/>
              <a:pathLst>
                <a:path extrusionOk="0" h="21977" w="203364">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4"/>
            <p:cNvSpPr/>
            <p:nvPr/>
          </p:nvSpPr>
          <p:spPr>
            <a:xfrm>
              <a:off x="5056325" y="4664950"/>
              <a:ext cx="755975" cy="213700"/>
            </a:xfrm>
            <a:custGeom>
              <a:rect b="b" l="l" r="r" t="t"/>
              <a:pathLst>
                <a:path extrusionOk="0" h="8548" w="30239">
                  <a:moveTo>
                    <a:pt x="10704" y="1"/>
                  </a:moveTo>
                  <a:lnTo>
                    <a:pt x="0" y="8547"/>
                  </a:lnTo>
                  <a:lnTo>
                    <a:pt x="18558" y="8547"/>
                  </a:lnTo>
                  <a:lnTo>
                    <a:pt x="3023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4"/>
            <p:cNvSpPr/>
            <p:nvPr/>
          </p:nvSpPr>
          <p:spPr>
            <a:xfrm>
              <a:off x="5047175" y="4656825"/>
              <a:ext cx="774275" cy="230975"/>
            </a:xfrm>
            <a:custGeom>
              <a:rect b="b" l="l" r="r" t="t"/>
              <a:pathLst>
                <a:path extrusionOk="0" h="9239" w="30971">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4"/>
            <p:cNvSpPr/>
            <p:nvPr/>
          </p:nvSpPr>
          <p:spPr>
            <a:xfrm>
              <a:off x="5774625" y="4437050"/>
              <a:ext cx="691875" cy="567750"/>
            </a:xfrm>
            <a:custGeom>
              <a:rect b="b" l="l" r="r" t="t"/>
              <a:pathLst>
                <a:path extrusionOk="0" h="22710" w="27675">
                  <a:moveTo>
                    <a:pt x="27675" y="0"/>
                  </a:moveTo>
                  <a:lnTo>
                    <a:pt x="1" y="21244"/>
                  </a:lnTo>
                  <a:lnTo>
                    <a:pt x="1" y="22709"/>
                  </a:lnTo>
                  <a:lnTo>
                    <a:pt x="27675" y="1425"/>
                  </a:lnTo>
                  <a:lnTo>
                    <a:pt x="2767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4"/>
            <p:cNvSpPr/>
            <p:nvPr/>
          </p:nvSpPr>
          <p:spPr>
            <a:xfrm>
              <a:off x="5766475" y="4428250"/>
              <a:ext cx="708175" cy="584775"/>
            </a:xfrm>
            <a:custGeom>
              <a:rect b="b" l="l" r="r" t="t"/>
              <a:pathLst>
                <a:path extrusionOk="0" h="23391" w="28327">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4"/>
            <p:cNvSpPr/>
            <p:nvPr/>
          </p:nvSpPr>
          <p:spPr>
            <a:xfrm>
              <a:off x="5189600" y="4452300"/>
              <a:ext cx="914700" cy="283675"/>
            </a:xfrm>
            <a:custGeom>
              <a:rect b="b" l="l" r="r" t="t"/>
              <a:pathLst>
                <a:path extrusionOk="0" h="11347" w="36588">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4"/>
            <p:cNvSpPr/>
            <p:nvPr/>
          </p:nvSpPr>
          <p:spPr>
            <a:xfrm>
              <a:off x="5292375" y="4676900"/>
              <a:ext cx="262500" cy="176300"/>
            </a:xfrm>
            <a:custGeom>
              <a:rect b="b" l="l" r="r" t="t"/>
              <a:pathLst>
                <a:path extrusionOk="0" h="7052" w="1050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4"/>
            <p:cNvSpPr/>
            <p:nvPr/>
          </p:nvSpPr>
          <p:spPr>
            <a:xfrm>
              <a:off x="5442950" y="4707275"/>
              <a:ext cx="72250" cy="119475"/>
            </a:xfrm>
            <a:custGeom>
              <a:rect b="b" l="l" r="r" t="t"/>
              <a:pathLst>
                <a:path extrusionOk="0" h="4779" w="289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4"/>
            <p:cNvSpPr/>
            <p:nvPr/>
          </p:nvSpPr>
          <p:spPr>
            <a:xfrm>
              <a:off x="3283975" y="4592725"/>
              <a:ext cx="2022650" cy="316425"/>
            </a:xfrm>
            <a:custGeom>
              <a:rect b="b" l="l" r="r" t="t"/>
              <a:pathLst>
                <a:path extrusionOk="0" h="12657" w="80906">
                  <a:moveTo>
                    <a:pt x="15831" y="0"/>
                  </a:moveTo>
                  <a:lnTo>
                    <a:pt x="0" y="12657"/>
                  </a:lnTo>
                  <a:lnTo>
                    <a:pt x="65075" y="12657"/>
                  </a:lnTo>
                  <a:lnTo>
                    <a:pt x="8090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4"/>
            <p:cNvSpPr/>
            <p:nvPr/>
          </p:nvSpPr>
          <p:spPr>
            <a:xfrm>
              <a:off x="3274800" y="4584575"/>
              <a:ext cx="2041000" cy="332725"/>
            </a:xfrm>
            <a:custGeom>
              <a:rect b="b" l="l" r="r" t="t"/>
              <a:pathLst>
                <a:path extrusionOk="0" h="13309" w="8164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4"/>
            <p:cNvSpPr/>
            <p:nvPr/>
          </p:nvSpPr>
          <p:spPr>
            <a:xfrm>
              <a:off x="4902700" y="4584475"/>
              <a:ext cx="413100" cy="352825"/>
            </a:xfrm>
            <a:custGeom>
              <a:rect b="b" l="l" r="r" t="t"/>
              <a:pathLst>
                <a:path extrusionOk="0" h="14113" w="16524">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4"/>
            <p:cNvSpPr/>
            <p:nvPr/>
          </p:nvSpPr>
          <p:spPr>
            <a:xfrm>
              <a:off x="3283975" y="4909125"/>
              <a:ext cx="1626875" cy="19375"/>
            </a:xfrm>
            <a:custGeom>
              <a:rect b="b" l="l" r="r" t="t"/>
              <a:pathLst>
                <a:path extrusionOk="0" h="775" w="65075">
                  <a:moveTo>
                    <a:pt x="0" y="1"/>
                  </a:moveTo>
                  <a:lnTo>
                    <a:pt x="0" y="774"/>
                  </a:lnTo>
                  <a:lnTo>
                    <a:pt x="65075" y="774"/>
                  </a:lnTo>
                  <a:lnTo>
                    <a:pt x="6507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4"/>
            <p:cNvSpPr/>
            <p:nvPr/>
          </p:nvSpPr>
          <p:spPr>
            <a:xfrm>
              <a:off x="3274800" y="4899975"/>
              <a:ext cx="1645225" cy="37675"/>
            </a:xfrm>
            <a:custGeom>
              <a:rect b="b" l="l" r="r" t="t"/>
              <a:pathLst>
                <a:path extrusionOk="0" h="1507" w="65809">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4"/>
            <p:cNvSpPr/>
            <p:nvPr/>
          </p:nvSpPr>
          <p:spPr>
            <a:xfrm>
              <a:off x="3753000" y="4763650"/>
              <a:ext cx="178075" cy="60050"/>
            </a:xfrm>
            <a:custGeom>
              <a:rect b="b" l="l" r="r" t="t"/>
              <a:pathLst>
                <a:path extrusionOk="0" h="2402" w="7123">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4"/>
            <p:cNvSpPr/>
            <p:nvPr/>
          </p:nvSpPr>
          <p:spPr>
            <a:xfrm>
              <a:off x="38608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4"/>
            <p:cNvSpPr/>
            <p:nvPr/>
          </p:nvSpPr>
          <p:spPr>
            <a:xfrm>
              <a:off x="36451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4"/>
            <p:cNvSpPr/>
            <p:nvPr/>
          </p:nvSpPr>
          <p:spPr>
            <a:xfrm>
              <a:off x="3698050" y="4721925"/>
              <a:ext cx="178075" cy="59050"/>
            </a:xfrm>
            <a:custGeom>
              <a:rect b="b" l="l" r="r" t="t"/>
              <a:pathLst>
                <a:path extrusionOk="0" h="2362" w="7123">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4"/>
            <p:cNvSpPr/>
            <p:nvPr/>
          </p:nvSpPr>
          <p:spPr>
            <a:xfrm>
              <a:off x="38578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4"/>
            <p:cNvSpPr/>
            <p:nvPr/>
          </p:nvSpPr>
          <p:spPr>
            <a:xfrm>
              <a:off x="3749950" y="4679200"/>
              <a:ext cx="178075" cy="60050"/>
            </a:xfrm>
            <a:custGeom>
              <a:rect b="b" l="l" r="r" t="t"/>
              <a:pathLst>
                <a:path extrusionOk="0" h="2402" w="7123">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4"/>
            <p:cNvSpPr/>
            <p:nvPr/>
          </p:nvSpPr>
          <p:spPr>
            <a:xfrm>
              <a:off x="39676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4"/>
            <p:cNvSpPr/>
            <p:nvPr/>
          </p:nvSpPr>
          <p:spPr>
            <a:xfrm>
              <a:off x="4504875"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4"/>
            <p:cNvSpPr/>
            <p:nvPr/>
          </p:nvSpPr>
          <p:spPr>
            <a:xfrm>
              <a:off x="3964625"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4"/>
            <p:cNvSpPr/>
            <p:nvPr/>
          </p:nvSpPr>
          <p:spPr>
            <a:xfrm>
              <a:off x="4075525"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4"/>
            <p:cNvSpPr/>
            <p:nvPr/>
          </p:nvSpPr>
          <p:spPr>
            <a:xfrm>
              <a:off x="4719550" y="4763650"/>
              <a:ext cx="178075" cy="60050"/>
            </a:xfrm>
            <a:custGeom>
              <a:rect b="b" l="l" r="r" t="t"/>
              <a:pathLst>
                <a:path extrusionOk="0" h="2402" w="7123">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4"/>
            <p:cNvSpPr/>
            <p:nvPr/>
          </p:nvSpPr>
          <p:spPr>
            <a:xfrm>
              <a:off x="4772450" y="4721925"/>
              <a:ext cx="178075" cy="59050"/>
            </a:xfrm>
            <a:custGeom>
              <a:rect b="b" l="l" r="r" t="t"/>
              <a:pathLst>
                <a:path extrusionOk="0" h="2362" w="7123">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4"/>
            <p:cNvSpPr/>
            <p:nvPr/>
          </p:nvSpPr>
          <p:spPr>
            <a:xfrm>
              <a:off x="4612725" y="4763650"/>
              <a:ext cx="178075" cy="60050"/>
            </a:xfrm>
            <a:custGeom>
              <a:rect b="b" l="l" r="r" t="t"/>
              <a:pathLst>
                <a:path extrusionOk="0" h="2402" w="7123">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4"/>
            <p:cNvSpPr/>
            <p:nvPr/>
          </p:nvSpPr>
          <p:spPr>
            <a:xfrm>
              <a:off x="4398050" y="4763650"/>
              <a:ext cx="178075" cy="60050"/>
            </a:xfrm>
            <a:custGeom>
              <a:rect b="b" l="l" r="r" t="t"/>
              <a:pathLst>
                <a:path extrusionOk="0" h="2402" w="7123">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4"/>
            <p:cNvSpPr/>
            <p:nvPr/>
          </p:nvSpPr>
          <p:spPr>
            <a:xfrm>
              <a:off x="4182350" y="4763650"/>
              <a:ext cx="178075" cy="60050"/>
            </a:xfrm>
            <a:custGeom>
              <a:rect b="b" l="l" r="r" t="t"/>
              <a:pathLst>
                <a:path extrusionOk="0" h="2402" w="7123">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4"/>
            <p:cNvSpPr/>
            <p:nvPr/>
          </p:nvSpPr>
          <p:spPr>
            <a:xfrm>
              <a:off x="4290200" y="4763650"/>
              <a:ext cx="178075" cy="60050"/>
            </a:xfrm>
            <a:custGeom>
              <a:rect b="b" l="l" r="r" t="t"/>
              <a:pathLst>
                <a:path extrusionOk="0" h="2402" w="7123">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4"/>
            <p:cNvSpPr/>
            <p:nvPr/>
          </p:nvSpPr>
          <p:spPr>
            <a:xfrm>
              <a:off x="4395000"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4"/>
            <p:cNvSpPr/>
            <p:nvPr/>
          </p:nvSpPr>
          <p:spPr>
            <a:xfrm>
              <a:off x="45577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4"/>
            <p:cNvSpPr/>
            <p:nvPr/>
          </p:nvSpPr>
          <p:spPr>
            <a:xfrm>
              <a:off x="4342100" y="4721925"/>
              <a:ext cx="178075" cy="59050"/>
            </a:xfrm>
            <a:custGeom>
              <a:rect b="b" l="l" r="r" t="t"/>
              <a:pathLst>
                <a:path extrusionOk="0" h="2362" w="7123">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4"/>
            <p:cNvSpPr/>
            <p:nvPr/>
          </p:nvSpPr>
          <p:spPr>
            <a:xfrm>
              <a:off x="4127400" y="4721925"/>
              <a:ext cx="178075" cy="59050"/>
            </a:xfrm>
            <a:custGeom>
              <a:rect b="b" l="l" r="r" t="t"/>
              <a:pathLst>
                <a:path extrusionOk="0" h="2362" w="7123">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4"/>
            <p:cNvSpPr/>
            <p:nvPr/>
          </p:nvSpPr>
          <p:spPr>
            <a:xfrm>
              <a:off x="4449925" y="4721925"/>
              <a:ext cx="178075" cy="59050"/>
            </a:xfrm>
            <a:custGeom>
              <a:rect b="b" l="l" r="r" t="t"/>
              <a:pathLst>
                <a:path extrusionOk="0" h="2362" w="7123">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4"/>
            <p:cNvSpPr/>
            <p:nvPr/>
          </p:nvSpPr>
          <p:spPr>
            <a:xfrm>
              <a:off x="4072475" y="4679200"/>
              <a:ext cx="178075" cy="60050"/>
            </a:xfrm>
            <a:custGeom>
              <a:rect b="b" l="l" r="r" t="t"/>
              <a:pathLst>
                <a:path extrusionOk="0" h="2402" w="7123">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4"/>
            <p:cNvSpPr/>
            <p:nvPr/>
          </p:nvSpPr>
          <p:spPr>
            <a:xfrm>
              <a:off x="3804900" y="4721925"/>
              <a:ext cx="178050" cy="59050"/>
            </a:xfrm>
            <a:custGeom>
              <a:rect b="b" l="l" r="r" t="t"/>
              <a:pathLst>
                <a:path extrusionOk="0" h="2362" w="712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4"/>
            <p:cNvSpPr/>
            <p:nvPr/>
          </p:nvSpPr>
          <p:spPr>
            <a:xfrm>
              <a:off x="4020575"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4"/>
            <p:cNvSpPr/>
            <p:nvPr/>
          </p:nvSpPr>
          <p:spPr>
            <a:xfrm>
              <a:off x="3912725" y="4721925"/>
              <a:ext cx="178075" cy="59050"/>
            </a:xfrm>
            <a:custGeom>
              <a:rect b="b" l="l" r="r" t="t"/>
              <a:pathLst>
                <a:path extrusionOk="0" h="2362" w="7123">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4"/>
            <p:cNvSpPr/>
            <p:nvPr/>
          </p:nvSpPr>
          <p:spPr>
            <a:xfrm>
              <a:off x="4235250" y="4721925"/>
              <a:ext cx="178075" cy="59050"/>
            </a:xfrm>
            <a:custGeom>
              <a:rect b="b" l="l" r="r" t="t"/>
              <a:pathLst>
                <a:path extrusionOk="0" h="2362" w="7123">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4"/>
            <p:cNvSpPr/>
            <p:nvPr/>
          </p:nvSpPr>
          <p:spPr>
            <a:xfrm>
              <a:off x="4287150" y="4679200"/>
              <a:ext cx="178075" cy="60050"/>
            </a:xfrm>
            <a:custGeom>
              <a:rect b="b" l="l" r="r" t="t"/>
              <a:pathLst>
                <a:path extrusionOk="0" h="2402" w="7123">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4"/>
            <p:cNvSpPr/>
            <p:nvPr/>
          </p:nvSpPr>
          <p:spPr>
            <a:xfrm>
              <a:off x="4824350" y="4679200"/>
              <a:ext cx="178075" cy="60050"/>
            </a:xfrm>
            <a:custGeom>
              <a:rect b="b" l="l" r="r" t="t"/>
              <a:pathLst>
                <a:path extrusionOk="0" h="2402" w="7123">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4"/>
            <p:cNvSpPr/>
            <p:nvPr/>
          </p:nvSpPr>
          <p:spPr>
            <a:xfrm>
              <a:off x="41803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4"/>
            <p:cNvSpPr/>
            <p:nvPr/>
          </p:nvSpPr>
          <p:spPr>
            <a:xfrm>
              <a:off x="4609675" y="4679200"/>
              <a:ext cx="178075" cy="60050"/>
            </a:xfrm>
            <a:custGeom>
              <a:rect b="b" l="l" r="r" t="t"/>
              <a:pathLst>
                <a:path extrusionOk="0" h="2402" w="7123">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4"/>
            <p:cNvSpPr/>
            <p:nvPr/>
          </p:nvSpPr>
          <p:spPr>
            <a:xfrm>
              <a:off x="4717525" y="4679200"/>
              <a:ext cx="178075" cy="60050"/>
            </a:xfrm>
            <a:custGeom>
              <a:rect b="b" l="l" r="r" t="t"/>
              <a:pathLst>
                <a:path extrusionOk="0" h="2402" w="7123">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4"/>
            <p:cNvSpPr/>
            <p:nvPr/>
          </p:nvSpPr>
          <p:spPr>
            <a:xfrm>
              <a:off x="4664625" y="4721925"/>
              <a:ext cx="178075" cy="59050"/>
            </a:xfrm>
            <a:custGeom>
              <a:rect b="b" l="l" r="r" t="t"/>
              <a:pathLst>
                <a:path extrusionOk="0" h="2362" w="7123">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4"/>
            <p:cNvSpPr/>
            <p:nvPr/>
          </p:nvSpPr>
          <p:spPr>
            <a:xfrm>
              <a:off x="4501825" y="4679200"/>
              <a:ext cx="178075" cy="60050"/>
            </a:xfrm>
            <a:custGeom>
              <a:rect b="b" l="l" r="r" t="t"/>
              <a:pathLst>
                <a:path extrusionOk="0" h="2402" w="7123">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4"/>
            <p:cNvSpPr/>
            <p:nvPr/>
          </p:nvSpPr>
          <p:spPr>
            <a:xfrm>
              <a:off x="4238300" y="4806375"/>
              <a:ext cx="178075" cy="59025"/>
            </a:xfrm>
            <a:custGeom>
              <a:rect b="b" l="l" r="r" t="t"/>
              <a:pathLst>
                <a:path extrusionOk="0" h="2361" w="7123">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4"/>
            <p:cNvSpPr/>
            <p:nvPr/>
          </p:nvSpPr>
          <p:spPr>
            <a:xfrm>
              <a:off x="43451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4"/>
            <p:cNvSpPr/>
            <p:nvPr/>
          </p:nvSpPr>
          <p:spPr>
            <a:xfrm>
              <a:off x="41304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4"/>
            <p:cNvSpPr/>
            <p:nvPr/>
          </p:nvSpPr>
          <p:spPr>
            <a:xfrm>
              <a:off x="4453000" y="4806375"/>
              <a:ext cx="178075" cy="59025"/>
            </a:xfrm>
            <a:custGeom>
              <a:rect b="b" l="l" r="r" t="t"/>
              <a:pathLst>
                <a:path extrusionOk="0" h="2361" w="7123">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4"/>
            <p:cNvSpPr/>
            <p:nvPr/>
          </p:nvSpPr>
          <p:spPr>
            <a:xfrm>
              <a:off x="40226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4"/>
            <p:cNvSpPr/>
            <p:nvPr/>
          </p:nvSpPr>
          <p:spPr>
            <a:xfrm>
              <a:off x="3915800" y="4806375"/>
              <a:ext cx="178050" cy="59025"/>
            </a:xfrm>
            <a:custGeom>
              <a:rect b="b" l="l" r="r" t="t"/>
              <a:pathLst>
                <a:path extrusionOk="0" h="2361" w="7122">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4"/>
            <p:cNvSpPr/>
            <p:nvPr/>
          </p:nvSpPr>
          <p:spPr>
            <a:xfrm>
              <a:off x="45598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4"/>
            <p:cNvSpPr/>
            <p:nvPr/>
          </p:nvSpPr>
          <p:spPr>
            <a:xfrm>
              <a:off x="3700100" y="4806375"/>
              <a:ext cx="179075" cy="59025"/>
            </a:xfrm>
            <a:custGeom>
              <a:rect b="b" l="l" r="r" t="t"/>
              <a:pathLst>
                <a:path extrusionOk="0" h="2361" w="7163">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4"/>
            <p:cNvSpPr/>
            <p:nvPr/>
          </p:nvSpPr>
          <p:spPr>
            <a:xfrm>
              <a:off x="3807950"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4"/>
            <p:cNvSpPr/>
            <p:nvPr/>
          </p:nvSpPr>
          <p:spPr>
            <a:xfrm>
              <a:off x="4879300" y="4721925"/>
              <a:ext cx="179075" cy="59050"/>
            </a:xfrm>
            <a:custGeom>
              <a:rect b="b" l="l" r="r" t="t"/>
              <a:pathLst>
                <a:path extrusionOk="0" h="2362" w="7163">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4"/>
            <p:cNvSpPr/>
            <p:nvPr/>
          </p:nvSpPr>
          <p:spPr>
            <a:xfrm>
              <a:off x="4984075" y="4637475"/>
              <a:ext cx="178075" cy="59050"/>
            </a:xfrm>
            <a:custGeom>
              <a:rect b="b" l="l" r="r" t="t"/>
              <a:pathLst>
                <a:path extrusionOk="0" h="2362" w="7123">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4"/>
            <p:cNvSpPr/>
            <p:nvPr/>
          </p:nvSpPr>
          <p:spPr>
            <a:xfrm>
              <a:off x="4932200" y="4679200"/>
              <a:ext cx="178075" cy="60050"/>
            </a:xfrm>
            <a:custGeom>
              <a:rect b="b" l="l" r="r" t="t"/>
              <a:pathLst>
                <a:path extrusionOk="0" h="2402" w="7123">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4"/>
            <p:cNvSpPr/>
            <p:nvPr/>
          </p:nvSpPr>
          <p:spPr>
            <a:xfrm>
              <a:off x="3593275" y="4806375"/>
              <a:ext cx="178075" cy="59025"/>
            </a:xfrm>
            <a:custGeom>
              <a:rect b="b" l="l" r="r" t="t"/>
              <a:pathLst>
                <a:path extrusionOk="0" h="2361" w="7123">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4"/>
            <p:cNvSpPr/>
            <p:nvPr/>
          </p:nvSpPr>
          <p:spPr>
            <a:xfrm>
              <a:off x="4667675" y="4806375"/>
              <a:ext cx="178075" cy="59025"/>
            </a:xfrm>
            <a:custGeom>
              <a:rect b="b" l="l" r="r" t="t"/>
              <a:pathLst>
                <a:path extrusionOk="0" h="2361" w="7123">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4"/>
            <p:cNvSpPr/>
            <p:nvPr/>
          </p:nvSpPr>
          <p:spPr>
            <a:xfrm>
              <a:off x="4775525" y="4806375"/>
              <a:ext cx="178075" cy="59025"/>
            </a:xfrm>
            <a:custGeom>
              <a:rect b="b" l="l" r="r" t="t"/>
              <a:pathLst>
                <a:path extrusionOk="0" h="2361" w="7123">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4"/>
            <p:cNvSpPr/>
            <p:nvPr/>
          </p:nvSpPr>
          <p:spPr>
            <a:xfrm>
              <a:off x="4827400" y="4763650"/>
              <a:ext cx="178075" cy="60050"/>
            </a:xfrm>
            <a:custGeom>
              <a:rect b="b" l="l" r="r" t="t"/>
              <a:pathLst>
                <a:path extrusionOk="0" h="2402" w="7123">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4"/>
            <p:cNvSpPr/>
            <p:nvPr/>
          </p:nvSpPr>
          <p:spPr>
            <a:xfrm>
              <a:off x="3590200" y="4721925"/>
              <a:ext cx="178075" cy="59050"/>
            </a:xfrm>
            <a:custGeom>
              <a:rect b="b" l="l" r="r" t="t"/>
              <a:pathLst>
                <a:path extrusionOk="0" h="2362" w="7123">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4"/>
            <p:cNvSpPr/>
            <p:nvPr/>
          </p:nvSpPr>
          <p:spPr>
            <a:xfrm>
              <a:off x="43400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4"/>
            <p:cNvSpPr/>
            <p:nvPr/>
          </p:nvSpPr>
          <p:spPr>
            <a:xfrm>
              <a:off x="4446875" y="4637475"/>
              <a:ext cx="178075" cy="59050"/>
            </a:xfrm>
            <a:custGeom>
              <a:rect b="b" l="l" r="r" t="t"/>
              <a:pathLst>
                <a:path extrusionOk="0" h="2362" w="7123">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4"/>
            <p:cNvSpPr/>
            <p:nvPr/>
          </p:nvSpPr>
          <p:spPr>
            <a:xfrm>
              <a:off x="4232200" y="4637475"/>
              <a:ext cx="178075" cy="59050"/>
            </a:xfrm>
            <a:custGeom>
              <a:rect b="b" l="l" r="r" t="t"/>
              <a:pathLst>
                <a:path extrusionOk="0" h="2362" w="7123">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4"/>
            <p:cNvSpPr/>
            <p:nvPr/>
          </p:nvSpPr>
          <p:spPr>
            <a:xfrm>
              <a:off x="45547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4"/>
            <p:cNvSpPr/>
            <p:nvPr/>
          </p:nvSpPr>
          <p:spPr>
            <a:xfrm>
              <a:off x="4769400" y="4637475"/>
              <a:ext cx="178075" cy="59050"/>
            </a:xfrm>
            <a:custGeom>
              <a:rect b="b" l="l" r="r" t="t"/>
              <a:pathLst>
                <a:path extrusionOk="0" h="2362" w="7123">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4"/>
            <p:cNvSpPr/>
            <p:nvPr/>
          </p:nvSpPr>
          <p:spPr>
            <a:xfrm>
              <a:off x="46615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4"/>
            <p:cNvSpPr/>
            <p:nvPr/>
          </p:nvSpPr>
          <p:spPr>
            <a:xfrm>
              <a:off x="4124350" y="4637475"/>
              <a:ext cx="178075" cy="59050"/>
            </a:xfrm>
            <a:custGeom>
              <a:rect b="b" l="l" r="r" t="t"/>
              <a:pathLst>
                <a:path extrusionOk="0" h="2362" w="7123">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4"/>
            <p:cNvSpPr/>
            <p:nvPr/>
          </p:nvSpPr>
          <p:spPr>
            <a:xfrm>
              <a:off x="3538325" y="4763650"/>
              <a:ext cx="178075" cy="60050"/>
            </a:xfrm>
            <a:custGeom>
              <a:rect b="b" l="l" r="r" t="t"/>
              <a:pathLst>
                <a:path extrusionOk="0" h="2402" w="7123">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4"/>
            <p:cNvSpPr/>
            <p:nvPr/>
          </p:nvSpPr>
          <p:spPr>
            <a:xfrm>
              <a:off x="3642100" y="4679200"/>
              <a:ext cx="179100" cy="60050"/>
            </a:xfrm>
            <a:custGeom>
              <a:rect b="b" l="l" r="r" t="t"/>
              <a:pathLst>
                <a:path extrusionOk="0" h="2402" w="7164">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4"/>
            <p:cNvSpPr/>
            <p:nvPr/>
          </p:nvSpPr>
          <p:spPr>
            <a:xfrm>
              <a:off x="4877250"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4"/>
            <p:cNvSpPr/>
            <p:nvPr/>
          </p:nvSpPr>
          <p:spPr>
            <a:xfrm>
              <a:off x="3485425" y="4806375"/>
              <a:ext cx="178075" cy="59025"/>
            </a:xfrm>
            <a:custGeom>
              <a:rect b="b" l="l" r="r" t="t"/>
              <a:pathLst>
                <a:path extrusionOk="0" h="2361" w="7123">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4"/>
            <p:cNvSpPr/>
            <p:nvPr/>
          </p:nvSpPr>
          <p:spPr>
            <a:xfrm>
              <a:off x="3695000" y="4637475"/>
              <a:ext cx="178075" cy="59050"/>
            </a:xfrm>
            <a:custGeom>
              <a:rect b="b" l="l" r="r" t="t"/>
              <a:pathLst>
                <a:path extrusionOk="0" h="2362" w="7123">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4"/>
            <p:cNvSpPr/>
            <p:nvPr/>
          </p:nvSpPr>
          <p:spPr>
            <a:xfrm>
              <a:off x="3909675" y="4637475"/>
              <a:ext cx="178075" cy="59050"/>
            </a:xfrm>
            <a:custGeom>
              <a:rect b="b" l="l" r="r" t="t"/>
              <a:pathLst>
                <a:path extrusionOk="0" h="2362" w="7123">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4"/>
            <p:cNvSpPr/>
            <p:nvPr/>
          </p:nvSpPr>
          <p:spPr>
            <a:xfrm>
              <a:off x="3801825" y="4637475"/>
              <a:ext cx="179100" cy="59050"/>
            </a:xfrm>
            <a:custGeom>
              <a:rect b="b" l="l" r="r" t="t"/>
              <a:pathLst>
                <a:path extrusionOk="0" h="2362" w="7164">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4"/>
            <p:cNvSpPr/>
            <p:nvPr/>
          </p:nvSpPr>
          <p:spPr>
            <a:xfrm>
              <a:off x="4017525" y="4637475"/>
              <a:ext cx="178075" cy="59050"/>
            </a:xfrm>
            <a:custGeom>
              <a:rect b="b" l="l" r="r" t="t"/>
              <a:pathLst>
                <a:path extrusionOk="0" h="2362" w="7123">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4"/>
            <p:cNvSpPr/>
            <p:nvPr/>
          </p:nvSpPr>
          <p:spPr>
            <a:xfrm>
              <a:off x="4791800" y="4478775"/>
              <a:ext cx="657275" cy="73275"/>
            </a:xfrm>
            <a:custGeom>
              <a:rect b="b" l="l" r="r" t="t"/>
              <a:pathLst>
                <a:path extrusionOk="0" h="2931" w="2629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4"/>
            <p:cNvSpPr/>
            <p:nvPr/>
          </p:nvSpPr>
          <p:spPr>
            <a:xfrm>
              <a:off x="4786700" y="4470625"/>
              <a:ext cx="667450" cy="89550"/>
            </a:xfrm>
            <a:custGeom>
              <a:rect b="b" l="l" r="r" t="t"/>
              <a:pathLst>
                <a:path extrusionOk="0" h="3582" w="26698">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4"/>
            <p:cNvSpPr/>
            <p:nvPr/>
          </p:nvSpPr>
          <p:spPr>
            <a:xfrm>
              <a:off x="5097025" y="4128775"/>
              <a:ext cx="102775" cy="392750"/>
            </a:xfrm>
            <a:custGeom>
              <a:rect b="b" l="l" r="r" t="t"/>
              <a:pathLst>
                <a:path extrusionOk="0" h="15710" w="4111">
                  <a:moveTo>
                    <a:pt x="0" y="0"/>
                  </a:moveTo>
                  <a:lnTo>
                    <a:pt x="0" y="15709"/>
                  </a:lnTo>
                  <a:lnTo>
                    <a:pt x="4111" y="15709"/>
                  </a:lnTo>
                  <a:lnTo>
                    <a:pt x="41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4"/>
            <p:cNvSpPr/>
            <p:nvPr/>
          </p:nvSpPr>
          <p:spPr>
            <a:xfrm>
              <a:off x="5088875" y="4119600"/>
              <a:ext cx="120075" cy="410050"/>
            </a:xfrm>
            <a:custGeom>
              <a:rect b="b" l="l" r="r" t="t"/>
              <a:pathLst>
                <a:path extrusionOk="0" h="16402" w="4803">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4"/>
            <p:cNvSpPr/>
            <p:nvPr/>
          </p:nvSpPr>
          <p:spPr>
            <a:xfrm>
              <a:off x="5080750" y="4128775"/>
              <a:ext cx="135325" cy="284900"/>
            </a:xfrm>
            <a:custGeom>
              <a:rect b="b" l="l" r="r" t="t"/>
              <a:pathLst>
                <a:path extrusionOk="0" h="11396" w="5413">
                  <a:moveTo>
                    <a:pt x="0" y="0"/>
                  </a:moveTo>
                  <a:lnTo>
                    <a:pt x="0" y="11395"/>
                  </a:lnTo>
                  <a:lnTo>
                    <a:pt x="5413" y="11395"/>
                  </a:lnTo>
                  <a:lnTo>
                    <a:pt x="54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4"/>
            <p:cNvSpPr/>
            <p:nvPr/>
          </p:nvSpPr>
          <p:spPr>
            <a:xfrm>
              <a:off x="5072600" y="4119600"/>
              <a:ext cx="152650" cy="302200"/>
            </a:xfrm>
            <a:custGeom>
              <a:rect b="b" l="l" r="r" t="t"/>
              <a:pathLst>
                <a:path extrusionOk="0" h="12088" w="6106">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4"/>
            <p:cNvSpPr/>
            <p:nvPr/>
          </p:nvSpPr>
          <p:spPr>
            <a:xfrm>
              <a:off x="4319700" y="2821375"/>
              <a:ext cx="1707275" cy="1335900"/>
            </a:xfrm>
            <a:custGeom>
              <a:rect b="b" l="l" r="r" t="t"/>
              <a:pathLst>
                <a:path extrusionOk="0" h="53436" w="68291">
                  <a:moveTo>
                    <a:pt x="1" y="0"/>
                  </a:moveTo>
                  <a:lnTo>
                    <a:pt x="1" y="53436"/>
                  </a:lnTo>
                  <a:lnTo>
                    <a:pt x="68290" y="53436"/>
                  </a:lnTo>
                  <a:lnTo>
                    <a:pt x="6829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4"/>
            <p:cNvSpPr/>
            <p:nvPr/>
          </p:nvSpPr>
          <p:spPr>
            <a:xfrm>
              <a:off x="4310550" y="2813225"/>
              <a:ext cx="1724550" cy="1352200"/>
            </a:xfrm>
            <a:custGeom>
              <a:rect b="b" l="l" r="r" t="t"/>
              <a:pathLst>
                <a:path extrusionOk="0" h="54088" w="68982">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4"/>
            <p:cNvSpPr/>
            <p:nvPr/>
          </p:nvSpPr>
          <p:spPr>
            <a:xfrm>
              <a:off x="4410250" y="2892600"/>
              <a:ext cx="1525150" cy="1193450"/>
            </a:xfrm>
            <a:custGeom>
              <a:rect b="b" l="l" r="r" t="t"/>
              <a:pathLst>
                <a:path extrusionOk="0" h="47738" w="61006">
                  <a:moveTo>
                    <a:pt x="1" y="0"/>
                  </a:moveTo>
                  <a:lnTo>
                    <a:pt x="1" y="47738"/>
                  </a:lnTo>
                  <a:lnTo>
                    <a:pt x="61006" y="47738"/>
                  </a:lnTo>
                  <a:lnTo>
                    <a:pt x="610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4"/>
            <p:cNvSpPr/>
            <p:nvPr/>
          </p:nvSpPr>
          <p:spPr>
            <a:xfrm>
              <a:off x="440212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4"/>
            <p:cNvSpPr/>
            <p:nvPr/>
          </p:nvSpPr>
          <p:spPr>
            <a:xfrm>
              <a:off x="4506925" y="2953625"/>
              <a:ext cx="534150" cy="335775"/>
            </a:xfrm>
            <a:custGeom>
              <a:rect b="b" l="l" r="r" t="t"/>
              <a:pathLst>
                <a:path extrusionOk="0" h="13431" w="21366">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4"/>
            <p:cNvSpPr/>
            <p:nvPr/>
          </p:nvSpPr>
          <p:spPr>
            <a:xfrm>
              <a:off x="4506925" y="3313800"/>
              <a:ext cx="534150" cy="334775"/>
            </a:xfrm>
            <a:custGeom>
              <a:rect b="b" l="l" r="r" t="t"/>
              <a:pathLst>
                <a:path extrusionOk="0" h="13391" w="21366">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4"/>
            <p:cNvSpPr/>
            <p:nvPr/>
          </p:nvSpPr>
          <p:spPr>
            <a:xfrm>
              <a:off x="4506925" y="3681100"/>
              <a:ext cx="534150" cy="335775"/>
            </a:xfrm>
            <a:custGeom>
              <a:rect b="b" l="l" r="r" t="t"/>
              <a:pathLst>
                <a:path extrusionOk="0" h="13431" w="21366">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4"/>
            <p:cNvSpPr/>
            <p:nvPr/>
          </p:nvSpPr>
          <p:spPr>
            <a:xfrm>
              <a:off x="5110250" y="2953625"/>
              <a:ext cx="534175" cy="335775"/>
            </a:xfrm>
            <a:custGeom>
              <a:rect b="b" l="l" r="r" t="t"/>
              <a:pathLst>
                <a:path extrusionOk="0" h="13431" w="21367">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4"/>
            <p:cNvSpPr/>
            <p:nvPr/>
          </p:nvSpPr>
          <p:spPr>
            <a:xfrm>
              <a:off x="5110250" y="3321950"/>
              <a:ext cx="534175" cy="335775"/>
            </a:xfrm>
            <a:custGeom>
              <a:rect b="b" l="l" r="r" t="t"/>
              <a:pathLst>
                <a:path extrusionOk="0" h="13431" w="21367">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4"/>
            <p:cNvSpPr/>
            <p:nvPr/>
          </p:nvSpPr>
          <p:spPr>
            <a:xfrm>
              <a:off x="3941225" y="2531400"/>
              <a:ext cx="657275" cy="73275"/>
            </a:xfrm>
            <a:custGeom>
              <a:rect b="b" l="l" r="r" t="t"/>
              <a:pathLst>
                <a:path extrusionOk="0" h="2931" w="2629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4"/>
            <p:cNvSpPr/>
            <p:nvPr/>
          </p:nvSpPr>
          <p:spPr>
            <a:xfrm>
              <a:off x="3936125" y="2523250"/>
              <a:ext cx="668475" cy="89575"/>
            </a:xfrm>
            <a:custGeom>
              <a:rect b="b" l="l" r="r" t="t"/>
              <a:pathLst>
                <a:path extrusionOk="0" h="3583" w="26739">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4"/>
            <p:cNvSpPr/>
            <p:nvPr/>
          </p:nvSpPr>
          <p:spPr>
            <a:xfrm>
              <a:off x="4246450" y="2181400"/>
              <a:ext cx="103800" cy="392750"/>
            </a:xfrm>
            <a:custGeom>
              <a:rect b="b" l="l" r="r" t="t"/>
              <a:pathLst>
                <a:path extrusionOk="0" h="15710" w="4152">
                  <a:moveTo>
                    <a:pt x="1" y="1"/>
                  </a:moveTo>
                  <a:lnTo>
                    <a:pt x="1" y="15710"/>
                  </a:lnTo>
                  <a:lnTo>
                    <a:pt x="4152" y="15710"/>
                  </a:lnTo>
                  <a:lnTo>
                    <a:pt x="4152" y="1"/>
                  </a:lnTo>
                  <a:close/>
                </a:path>
              </a:pathLst>
            </a:cu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4"/>
            <p:cNvSpPr/>
            <p:nvPr/>
          </p:nvSpPr>
          <p:spPr>
            <a:xfrm>
              <a:off x="4238300" y="2172250"/>
              <a:ext cx="120100" cy="410050"/>
            </a:xfrm>
            <a:custGeom>
              <a:rect b="b" l="l" r="r" t="t"/>
              <a:pathLst>
                <a:path extrusionOk="0" h="16402" w="4804">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4"/>
            <p:cNvSpPr/>
            <p:nvPr/>
          </p:nvSpPr>
          <p:spPr>
            <a:xfrm>
              <a:off x="4230175" y="2181400"/>
              <a:ext cx="136350" cy="284900"/>
            </a:xfrm>
            <a:custGeom>
              <a:rect b="b" l="l" r="r" t="t"/>
              <a:pathLst>
                <a:path extrusionOk="0" h="11396" w="5454">
                  <a:moveTo>
                    <a:pt x="0" y="1"/>
                  </a:moveTo>
                  <a:lnTo>
                    <a:pt x="0" y="11396"/>
                  </a:lnTo>
                  <a:lnTo>
                    <a:pt x="5454" y="11396"/>
                  </a:lnTo>
                  <a:lnTo>
                    <a:pt x="54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4"/>
            <p:cNvSpPr/>
            <p:nvPr/>
          </p:nvSpPr>
          <p:spPr>
            <a:xfrm>
              <a:off x="4222025" y="2172250"/>
              <a:ext cx="152650" cy="303225"/>
            </a:xfrm>
            <a:custGeom>
              <a:rect b="b" l="l" r="r" t="t"/>
              <a:pathLst>
                <a:path extrusionOk="0" h="12129" w="6106">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4"/>
            <p:cNvSpPr/>
            <p:nvPr/>
          </p:nvSpPr>
          <p:spPr>
            <a:xfrm>
              <a:off x="3469125" y="874000"/>
              <a:ext cx="1707275" cy="1335925"/>
            </a:xfrm>
            <a:custGeom>
              <a:rect b="b" l="l" r="r" t="t"/>
              <a:pathLst>
                <a:path extrusionOk="0" h="53437" w="68291">
                  <a:moveTo>
                    <a:pt x="1" y="1"/>
                  </a:moveTo>
                  <a:lnTo>
                    <a:pt x="1" y="53436"/>
                  </a:lnTo>
                  <a:lnTo>
                    <a:pt x="68291" y="53436"/>
                  </a:lnTo>
                  <a:lnTo>
                    <a:pt x="6829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4"/>
            <p:cNvSpPr/>
            <p:nvPr/>
          </p:nvSpPr>
          <p:spPr>
            <a:xfrm>
              <a:off x="3461000" y="865875"/>
              <a:ext cx="1723550" cy="1352175"/>
            </a:xfrm>
            <a:custGeom>
              <a:rect b="b" l="l" r="r" t="t"/>
              <a:pathLst>
                <a:path extrusionOk="0" h="54087" w="68942">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4"/>
            <p:cNvSpPr/>
            <p:nvPr/>
          </p:nvSpPr>
          <p:spPr>
            <a:xfrm>
              <a:off x="3551550" y="937075"/>
              <a:ext cx="1542450" cy="1209750"/>
            </a:xfrm>
            <a:custGeom>
              <a:rect b="b" l="l" r="r" t="t"/>
              <a:pathLst>
                <a:path extrusionOk="0" h="48390" w="61698">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4"/>
            <p:cNvSpPr/>
            <p:nvPr/>
          </p:nvSpPr>
          <p:spPr>
            <a:xfrm>
              <a:off x="3671600" y="1070375"/>
              <a:ext cx="637950" cy="293050"/>
            </a:xfrm>
            <a:custGeom>
              <a:rect b="b" l="l" r="r" t="t"/>
              <a:pathLst>
                <a:path extrusionOk="0" h="11722" w="25518">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4"/>
            <p:cNvSpPr/>
            <p:nvPr/>
          </p:nvSpPr>
          <p:spPr>
            <a:xfrm>
              <a:off x="3760125" y="1538400"/>
              <a:ext cx="1047975" cy="116000"/>
            </a:xfrm>
            <a:custGeom>
              <a:rect b="b" l="l" r="r" t="t"/>
              <a:pathLst>
                <a:path extrusionOk="0" h="4640" w="41919">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4"/>
            <p:cNvSpPr/>
            <p:nvPr/>
          </p:nvSpPr>
          <p:spPr>
            <a:xfrm>
              <a:off x="3760125" y="1639125"/>
              <a:ext cx="1047975" cy="116000"/>
            </a:xfrm>
            <a:custGeom>
              <a:rect b="b" l="l" r="r" t="t"/>
              <a:pathLst>
                <a:path extrusionOk="0" h="4640" w="41919">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4"/>
            <p:cNvSpPr/>
            <p:nvPr/>
          </p:nvSpPr>
          <p:spPr>
            <a:xfrm>
              <a:off x="3760125" y="1866000"/>
              <a:ext cx="1047975" cy="115000"/>
            </a:xfrm>
            <a:custGeom>
              <a:rect b="b" l="l" r="r" t="t"/>
              <a:pathLst>
                <a:path extrusionOk="0" h="4600" w="41919">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4"/>
            <p:cNvSpPr/>
            <p:nvPr/>
          </p:nvSpPr>
          <p:spPr>
            <a:xfrm>
              <a:off x="3760125" y="1764250"/>
              <a:ext cx="1047975" cy="116025"/>
            </a:xfrm>
            <a:custGeom>
              <a:rect b="b" l="l" r="r" t="t"/>
              <a:pathLst>
                <a:path extrusionOk="0" h="4641" w="41919">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4"/>
            <p:cNvSpPr/>
            <p:nvPr/>
          </p:nvSpPr>
          <p:spPr>
            <a:xfrm>
              <a:off x="4825375" y="1479375"/>
              <a:ext cx="96675" cy="97700"/>
            </a:xfrm>
            <a:custGeom>
              <a:rect b="b" l="l" r="r" t="t"/>
              <a:pathLst>
                <a:path extrusionOk="0" h="3908" w="3867">
                  <a:moveTo>
                    <a:pt x="0" y="1"/>
                  </a:moveTo>
                  <a:lnTo>
                    <a:pt x="0" y="3908"/>
                  </a:lnTo>
                  <a:lnTo>
                    <a:pt x="3866" y="3908"/>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4"/>
            <p:cNvSpPr/>
            <p:nvPr/>
          </p:nvSpPr>
          <p:spPr>
            <a:xfrm>
              <a:off x="4825375" y="1599425"/>
              <a:ext cx="96675" cy="96700"/>
            </a:xfrm>
            <a:custGeom>
              <a:rect b="b" l="l" r="r" t="t"/>
              <a:pathLst>
                <a:path extrusionOk="0" h="3868" w="3867">
                  <a:moveTo>
                    <a:pt x="0" y="1"/>
                  </a:moveTo>
                  <a:lnTo>
                    <a:pt x="0" y="3867"/>
                  </a:lnTo>
                  <a:lnTo>
                    <a:pt x="3866" y="3867"/>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4"/>
            <p:cNvSpPr/>
            <p:nvPr/>
          </p:nvSpPr>
          <p:spPr>
            <a:xfrm>
              <a:off x="4825375" y="1804950"/>
              <a:ext cx="96675" cy="96675"/>
            </a:xfrm>
            <a:custGeom>
              <a:rect b="b" l="l" r="r" t="t"/>
              <a:pathLst>
                <a:path extrusionOk="0" h="3867" w="3867">
                  <a:moveTo>
                    <a:pt x="0" y="1"/>
                  </a:moveTo>
                  <a:lnTo>
                    <a:pt x="0" y="3867"/>
                  </a:lnTo>
                  <a:lnTo>
                    <a:pt x="3866" y="3867"/>
                  </a:lnTo>
                  <a:lnTo>
                    <a:pt x="386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4"/>
            <p:cNvSpPr/>
            <p:nvPr/>
          </p:nvSpPr>
          <p:spPr>
            <a:xfrm>
              <a:off x="4825375" y="1924000"/>
              <a:ext cx="96675" cy="97700"/>
            </a:xfrm>
            <a:custGeom>
              <a:rect b="b" l="l" r="r" t="t"/>
              <a:pathLst>
                <a:path extrusionOk="0" h="3908" w="3867">
                  <a:moveTo>
                    <a:pt x="0" y="0"/>
                  </a:moveTo>
                  <a:lnTo>
                    <a:pt x="0" y="3907"/>
                  </a:lnTo>
                  <a:lnTo>
                    <a:pt x="3866" y="3907"/>
                  </a:lnTo>
                  <a:lnTo>
                    <a:pt x="386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4"/>
            <p:cNvSpPr/>
            <p:nvPr/>
          </p:nvSpPr>
          <p:spPr>
            <a:xfrm>
              <a:off x="3644125" y="1479375"/>
              <a:ext cx="96700" cy="97700"/>
            </a:xfrm>
            <a:custGeom>
              <a:rect b="b" l="l" r="r" t="t"/>
              <a:pathLst>
                <a:path extrusionOk="0" h="3908" w="3868">
                  <a:moveTo>
                    <a:pt x="1" y="1"/>
                  </a:moveTo>
                  <a:lnTo>
                    <a:pt x="1" y="3908"/>
                  </a:lnTo>
                  <a:lnTo>
                    <a:pt x="3867" y="3908"/>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4"/>
            <p:cNvSpPr/>
            <p:nvPr/>
          </p:nvSpPr>
          <p:spPr>
            <a:xfrm>
              <a:off x="3644125" y="1599425"/>
              <a:ext cx="96700" cy="96700"/>
            </a:xfrm>
            <a:custGeom>
              <a:rect b="b" l="l" r="r" t="t"/>
              <a:pathLst>
                <a:path extrusionOk="0" h="3868" w="3868">
                  <a:moveTo>
                    <a:pt x="1" y="1"/>
                  </a:moveTo>
                  <a:lnTo>
                    <a:pt x="1" y="3867"/>
                  </a:lnTo>
                  <a:lnTo>
                    <a:pt x="3867" y="3867"/>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4"/>
            <p:cNvSpPr/>
            <p:nvPr/>
          </p:nvSpPr>
          <p:spPr>
            <a:xfrm>
              <a:off x="3644125" y="1804950"/>
              <a:ext cx="96700" cy="96675"/>
            </a:xfrm>
            <a:custGeom>
              <a:rect b="b" l="l" r="r" t="t"/>
              <a:pathLst>
                <a:path extrusionOk="0" h="3867" w="3868">
                  <a:moveTo>
                    <a:pt x="1" y="1"/>
                  </a:moveTo>
                  <a:lnTo>
                    <a:pt x="1" y="3867"/>
                  </a:lnTo>
                  <a:lnTo>
                    <a:pt x="3867" y="3867"/>
                  </a:lnTo>
                  <a:lnTo>
                    <a:pt x="386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4"/>
            <p:cNvSpPr/>
            <p:nvPr/>
          </p:nvSpPr>
          <p:spPr>
            <a:xfrm>
              <a:off x="3644125" y="1924000"/>
              <a:ext cx="96700" cy="97700"/>
            </a:xfrm>
            <a:custGeom>
              <a:rect b="b" l="l" r="r" t="t"/>
              <a:pathLst>
                <a:path extrusionOk="0" h="3908" w="3868">
                  <a:moveTo>
                    <a:pt x="1" y="0"/>
                  </a:moveTo>
                  <a:lnTo>
                    <a:pt x="1" y="3907"/>
                  </a:lnTo>
                  <a:lnTo>
                    <a:pt x="3867" y="3907"/>
                  </a:lnTo>
                  <a:lnTo>
                    <a:pt x="386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4"/>
            <p:cNvSpPr/>
            <p:nvPr/>
          </p:nvSpPr>
          <p:spPr>
            <a:xfrm>
              <a:off x="4389900" y="1053075"/>
              <a:ext cx="534175" cy="335775"/>
            </a:xfrm>
            <a:custGeom>
              <a:rect b="b" l="l" r="r" t="t"/>
              <a:pathLst>
                <a:path extrusionOk="0" h="13431" w="21367">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4"/>
            <p:cNvSpPr/>
            <p:nvPr/>
          </p:nvSpPr>
          <p:spPr>
            <a:xfrm>
              <a:off x="2792550" y="4478775"/>
              <a:ext cx="657275" cy="73275"/>
            </a:xfrm>
            <a:custGeom>
              <a:rect b="b" l="l" r="r" t="t"/>
              <a:pathLst>
                <a:path extrusionOk="0" h="2931" w="2629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4"/>
            <p:cNvSpPr/>
            <p:nvPr/>
          </p:nvSpPr>
          <p:spPr>
            <a:xfrm>
              <a:off x="2787450" y="4470625"/>
              <a:ext cx="667475" cy="89550"/>
            </a:xfrm>
            <a:custGeom>
              <a:rect b="b" l="l" r="r" t="t"/>
              <a:pathLst>
                <a:path extrusionOk="0" h="3582" w="26699">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4"/>
            <p:cNvSpPr/>
            <p:nvPr/>
          </p:nvSpPr>
          <p:spPr>
            <a:xfrm>
              <a:off x="3097775" y="4128775"/>
              <a:ext cx="102775" cy="392750"/>
            </a:xfrm>
            <a:custGeom>
              <a:rect b="b" l="l" r="r" t="t"/>
              <a:pathLst>
                <a:path extrusionOk="0" h="15710" w="4111">
                  <a:moveTo>
                    <a:pt x="1" y="0"/>
                  </a:moveTo>
                  <a:lnTo>
                    <a:pt x="1" y="15709"/>
                  </a:lnTo>
                  <a:lnTo>
                    <a:pt x="4111" y="15709"/>
                  </a:lnTo>
                  <a:lnTo>
                    <a:pt x="41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4"/>
            <p:cNvSpPr/>
            <p:nvPr/>
          </p:nvSpPr>
          <p:spPr>
            <a:xfrm>
              <a:off x="3089625" y="4119600"/>
              <a:ext cx="120100" cy="410050"/>
            </a:xfrm>
            <a:custGeom>
              <a:rect b="b" l="l" r="r" t="t"/>
              <a:pathLst>
                <a:path extrusionOk="0" h="16402" w="4804">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4"/>
            <p:cNvSpPr/>
            <p:nvPr/>
          </p:nvSpPr>
          <p:spPr>
            <a:xfrm>
              <a:off x="3081500" y="4128775"/>
              <a:ext cx="135350" cy="284900"/>
            </a:xfrm>
            <a:custGeom>
              <a:rect b="b" l="l" r="r" t="t"/>
              <a:pathLst>
                <a:path extrusionOk="0" h="11396" w="5414">
                  <a:moveTo>
                    <a:pt x="0" y="0"/>
                  </a:moveTo>
                  <a:lnTo>
                    <a:pt x="0" y="11395"/>
                  </a:lnTo>
                  <a:lnTo>
                    <a:pt x="5413" y="11395"/>
                  </a:lnTo>
                  <a:lnTo>
                    <a:pt x="541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4"/>
            <p:cNvSpPr/>
            <p:nvPr/>
          </p:nvSpPr>
          <p:spPr>
            <a:xfrm>
              <a:off x="3073350" y="4119600"/>
              <a:ext cx="152650" cy="302200"/>
            </a:xfrm>
            <a:custGeom>
              <a:rect b="b" l="l" r="r" t="t"/>
              <a:pathLst>
                <a:path extrusionOk="0" h="12088" w="6106">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4"/>
            <p:cNvSpPr/>
            <p:nvPr/>
          </p:nvSpPr>
          <p:spPr>
            <a:xfrm>
              <a:off x="2320450" y="2821375"/>
              <a:ext cx="1707275" cy="1335900"/>
            </a:xfrm>
            <a:custGeom>
              <a:rect b="b" l="l" r="r" t="t"/>
              <a:pathLst>
                <a:path extrusionOk="0" h="53436" w="68291">
                  <a:moveTo>
                    <a:pt x="1" y="0"/>
                  </a:moveTo>
                  <a:lnTo>
                    <a:pt x="1" y="53436"/>
                  </a:lnTo>
                  <a:lnTo>
                    <a:pt x="68291" y="53436"/>
                  </a:lnTo>
                  <a:lnTo>
                    <a:pt x="6829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4"/>
            <p:cNvSpPr/>
            <p:nvPr/>
          </p:nvSpPr>
          <p:spPr>
            <a:xfrm>
              <a:off x="2311300" y="2813225"/>
              <a:ext cx="1724575" cy="1352200"/>
            </a:xfrm>
            <a:custGeom>
              <a:rect b="b" l="l" r="r" t="t"/>
              <a:pathLst>
                <a:path extrusionOk="0" h="54088" w="68983">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4"/>
            <p:cNvSpPr/>
            <p:nvPr/>
          </p:nvSpPr>
          <p:spPr>
            <a:xfrm>
              <a:off x="2411025" y="2892600"/>
              <a:ext cx="1525125" cy="1193450"/>
            </a:xfrm>
            <a:custGeom>
              <a:rect b="b" l="l" r="r" t="t"/>
              <a:pathLst>
                <a:path extrusionOk="0" h="47738" w="61005">
                  <a:moveTo>
                    <a:pt x="0" y="0"/>
                  </a:moveTo>
                  <a:lnTo>
                    <a:pt x="0" y="47738"/>
                  </a:lnTo>
                  <a:lnTo>
                    <a:pt x="61005" y="47738"/>
                  </a:lnTo>
                  <a:lnTo>
                    <a:pt x="610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4"/>
            <p:cNvSpPr/>
            <p:nvPr/>
          </p:nvSpPr>
          <p:spPr>
            <a:xfrm>
              <a:off x="2402875" y="2884450"/>
              <a:ext cx="1541425" cy="1209750"/>
            </a:xfrm>
            <a:custGeom>
              <a:rect b="b" l="l" r="r" t="t"/>
              <a:pathLst>
                <a:path extrusionOk="0" h="48390" w="61657">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4"/>
            <p:cNvSpPr/>
            <p:nvPr/>
          </p:nvSpPr>
          <p:spPr>
            <a:xfrm>
              <a:off x="2700975" y="2953625"/>
              <a:ext cx="534175" cy="335775"/>
            </a:xfrm>
            <a:custGeom>
              <a:rect b="b" l="l" r="r" t="t"/>
              <a:pathLst>
                <a:path extrusionOk="0" h="13431" w="21367">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4"/>
            <p:cNvSpPr/>
            <p:nvPr/>
          </p:nvSpPr>
          <p:spPr>
            <a:xfrm>
              <a:off x="2700975" y="3313800"/>
              <a:ext cx="534175" cy="334775"/>
            </a:xfrm>
            <a:custGeom>
              <a:rect b="b" l="l" r="r" t="t"/>
              <a:pathLst>
                <a:path extrusionOk="0" h="13391" w="21367">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4"/>
            <p:cNvSpPr/>
            <p:nvPr/>
          </p:nvSpPr>
          <p:spPr>
            <a:xfrm>
              <a:off x="2700975" y="3681100"/>
              <a:ext cx="534175" cy="335775"/>
            </a:xfrm>
            <a:custGeom>
              <a:rect b="b" l="l" r="r" t="t"/>
              <a:pathLst>
                <a:path extrusionOk="0" h="13431" w="21367">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4"/>
            <p:cNvSpPr/>
            <p:nvPr/>
          </p:nvSpPr>
          <p:spPr>
            <a:xfrm>
              <a:off x="2692850" y="3672950"/>
              <a:ext cx="551450" cy="352075"/>
            </a:xfrm>
            <a:custGeom>
              <a:rect b="b" l="l" r="r" t="t"/>
              <a:pathLst>
                <a:path extrusionOk="0" h="14083" w="22058">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4"/>
            <p:cNvSpPr/>
            <p:nvPr/>
          </p:nvSpPr>
          <p:spPr>
            <a:xfrm>
              <a:off x="3304325" y="2953625"/>
              <a:ext cx="534175" cy="335775"/>
            </a:xfrm>
            <a:custGeom>
              <a:rect b="b" l="l" r="r" t="t"/>
              <a:pathLst>
                <a:path extrusionOk="0" h="13431" w="21367">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4"/>
            <p:cNvSpPr/>
            <p:nvPr/>
          </p:nvSpPr>
          <p:spPr>
            <a:xfrm>
              <a:off x="3304325" y="3321950"/>
              <a:ext cx="534175" cy="335775"/>
            </a:xfrm>
            <a:custGeom>
              <a:rect b="b" l="l" r="r" t="t"/>
              <a:pathLst>
                <a:path extrusionOk="0" h="13431" w="21367">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4"/>
            <p:cNvSpPr/>
            <p:nvPr/>
          </p:nvSpPr>
          <p:spPr>
            <a:xfrm>
              <a:off x="3173075" y="2324875"/>
              <a:ext cx="135325" cy="249275"/>
            </a:xfrm>
            <a:custGeom>
              <a:rect b="b" l="l" r="r" t="t"/>
              <a:pathLst>
                <a:path extrusionOk="0" h="9971" w="5413">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4"/>
            <p:cNvSpPr/>
            <p:nvPr/>
          </p:nvSpPr>
          <p:spPr>
            <a:xfrm>
              <a:off x="2390675" y="1910275"/>
              <a:ext cx="866850" cy="1118675"/>
            </a:xfrm>
            <a:custGeom>
              <a:rect b="b" l="l" r="r" t="t"/>
              <a:pathLst>
                <a:path extrusionOk="0" h="44747" w="34674">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4"/>
            <p:cNvSpPr/>
            <p:nvPr/>
          </p:nvSpPr>
          <p:spPr>
            <a:xfrm>
              <a:off x="2431350" y="1943325"/>
              <a:ext cx="633900" cy="998125"/>
            </a:xfrm>
            <a:custGeom>
              <a:rect b="b" l="l" r="r" t="t"/>
              <a:pathLst>
                <a:path extrusionOk="0" h="39925" w="25356">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4"/>
            <p:cNvSpPr/>
            <p:nvPr/>
          </p:nvSpPr>
          <p:spPr>
            <a:xfrm>
              <a:off x="2939050" y="2055250"/>
              <a:ext cx="304250" cy="177050"/>
            </a:xfrm>
            <a:custGeom>
              <a:rect b="b" l="l" r="r" t="t"/>
              <a:pathLst>
                <a:path extrusionOk="0" h="7082" w="1217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4"/>
            <p:cNvSpPr/>
            <p:nvPr/>
          </p:nvSpPr>
          <p:spPr>
            <a:xfrm>
              <a:off x="2382525" y="1901600"/>
              <a:ext cx="878075" cy="1136150"/>
            </a:xfrm>
            <a:custGeom>
              <a:rect b="b" l="l" r="r" t="t"/>
              <a:pathLst>
                <a:path extrusionOk="0" h="45446" w="35123">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4"/>
            <p:cNvSpPr/>
            <p:nvPr/>
          </p:nvSpPr>
          <p:spPr>
            <a:xfrm>
              <a:off x="2417125" y="1742250"/>
              <a:ext cx="1039825" cy="903125"/>
            </a:xfrm>
            <a:custGeom>
              <a:rect b="b" l="l" r="r" t="t"/>
              <a:pathLst>
                <a:path extrusionOk="0" h="36125" w="41593">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4"/>
            <p:cNvSpPr/>
            <p:nvPr/>
          </p:nvSpPr>
          <p:spPr>
            <a:xfrm>
              <a:off x="2435425" y="1733725"/>
              <a:ext cx="997100" cy="919800"/>
            </a:xfrm>
            <a:custGeom>
              <a:rect b="b" l="l" r="r" t="t"/>
              <a:pathLst>
                <a:path extrusionOk="0" h="36792" w="39884">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4"/>
            <p:cNvSpPr/>
            <p:nvPr/>
          </p:nvSpPr>
          <p:spPr>
            <a:xfrm>
              <a:off x="2586000" y="2406000"/>
              <a:ext cx="59050" cy="52500"/>
            </a:xfrm>
            <a:custGeom>
              <a:rect b="b" l="l" r="r" t="t"/>
              <a:pathLst>
                <a:path extrusionOk="0" h="2100" w="2362">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4"/>
            <p:cNvSpPr/>
            <p:nvPr/>
          </p:nvSpPr>
          <p:spPr>
            <a:xfrm>
              <a:off x="2671475" y="1981950"/>
              <a:ext cx="727475" cy="348225"/>
            </a:xfrm>
            <a:custGeom>
              <a:rect b="b" l="l" r="r" t="t"/>
              <a:pathLst>
                <a:path extrusionOk="0" h="13929" w="2909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4"/>
            <p:cNvSpPr/>
            <p:nvPr/>
          </p:nvSpPr>
          <p:spPr>
            <a:xfrm>
              <a:off x="2657225" y="2145625"/>
              <a:ext cx="358175" cy="400300"/>
            </a:xfrm>
            <a:custGeom>
              <a:rect b="b" l="l" r="r" t="t"/>
              <a:pathLst>
                <a:path extrusionOk="0" h="16012" w="14327">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4"/>
            <p:cNvSpPr/>
            <p:nvPr/>
          </p:nvSpPr>
          <p:spPr>
            <a:xfrm>
              <a:off x="2814925" y="2364375"/>
              <a:ext cx="487375" cy="66325"/>
            </a:xfrm>
            <a:custGeom>
              <a:rect b="b" l="l" r="r" t="t"/>
              <a:pathLst>
                <a:path extrusionOk="0" h="2653" w="19495">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4"/>
            <p:cNvSpPr/>
            <p:nvPr/>
          </p:nvSpPr>
          <p:spPr>
            <a:xfrm>
              <a:off x="2735575" y="2281825"/>
              <a:ext cx="160775" cy="314125"/>
            </a:xfrm>
            <a:custGeom>
              <a:rect b="b" l="l" r="r" t="t"/>
              <a:pathLst>
                <a:path extrusionOk="0" h="12565" w="6431">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4"/>
            <p:cNvSpPr/>
            <p:nvPr/>
          </p:nvSpPr>
          <p:spPr>
            <a:xfrm>
              <a:off x="2734550" y="2272975"/>
              <a:ext cx="163825" cy="331700"/>
            </a:xfrm>
            <a:custGeom>
              <a:rect b="b" l="l" r="r" t="t"/>
              <a:pathLst>
                <a:path extrusionOk="0" h="13268" w="6553">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4"/>
            <p:cNvSpPr/>
            <p:nvPr/>
          </p:nvSpPr>
          <p:spPr>
            <a:xfrm>
              <a:off x="1585875" y="4992575"/>
              <a:ext cx="2500875" cy="466000"/>
            </a:xfrm>
            <a:custGeom>
              <a:rect b="b" l="l" r="r" t="t"/>
              <a:pathLst>
                <a:path extrusionOk="0" h="18640" w="100035">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4"/>
            <p:cNvSpPr/>
            <p:nvPr/>
          </p:nvSpPr>
          <p:spPr>
            <a:xfrm>
              <a:off x="1577750" y="4984425"/>
              <a:ext cx="2518150" cy="483300"/>
            </a:xfrm>
            <a:custGeom>
              <a:rect b="b" l="l" r="r" t="t"/>
              <a:pathLst>
                <a:path extrusionOk="0" h="19332" w="100726">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4"/>
            <p:cNvSpPr/>
            <p:nvPr/>
          </p:nvSpPr>
          <p:spPr>
            <a:xfrm>
              <a:off x="1598100" y="2881400"/>
              <a:ext cx="1406100" cy="2341600"/>
            </a:xfrm>
            <a:custGeom>
              <a:rect b="b" l="l" r="r" t="t"/>
              <a:pathLst>
                <a:path extrusionOk="0" h="93664" w="5624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4"/>
            <p:cNvSpPr/>
            <p:nvPr/>
          </p:nvSpPr>
          <p:spPr>
            <a:xfrm>
              <a:off x="1631675" y="2921075"/>
              <a:ext cx="1264675" cy="2293325"/>
            </a:xfrm>
            <a:custGeom>
              <a:rect b="b" l="l" r="r" t="t"/>
              <a:pathLst>
                <a:path extrusionOk="0" h="91733" w="50587">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4"/>
            <p:cNvSpPr/>
            <p:nvPr/>
          </p:nvSpPr>
          <p:spPr>
            <a:xfrm>
              <a:off x="2061025" y="3553925"/>
              <a:ext cx="189250" cy="494225"/>
            </a:xfrm>
            <a:custGeom>
              <a:rect b="b" l="l" r="r" t="t"/>
              <a:pathLst>
                <a:path extrusionOk="0" h="19769" w="757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4"/>
            <p:cNvSpPr/>
            <p:nvPr/>
          </p:nvSpPr>
          <p:spPr>
            <a:xfrm>
              <a:off x="2482225" y="4041475"/>
              <a:ext cx="199450" cy="202600"/>
            </a:xfrm>
            <a:custGeom>
              <a:rect b="b" l="l" r="r" t="t"/>
              <a:pathLst>
                <a:path extrusionOk="0" h="8104" w="7978">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4"/>
            <p:cNvSpPr/>
            <p:nvPr/>
          </p:nvSpPr>
          <p:spPr>
            <a:xfrm>
              <a:off x="2361150" y="4252250"/>
              <a:ext cx="335775" cy="50525"/>
            </a:xfrm>
            <a:custGeom>
              <a:rect b="b" l="l" r="r" t="t"/>
              <a:pathLst>
                <a:path extrusionOk="0" h="2021" w="1343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4"/>
            <p:cNvSpPr/>
            <p:nvPr/>
          </p:nvSpPr>
          <p:spPr>
            <a:xfrm>
              <a:off x="2311300" y="4874800"/>
              <a:ext cx="481275" cy="353625"/>
            </a:xfrm>
            <a:custGeom>
              <a:rect b="b" l="l" r="r" t="t"/>
              <a:pathLst>
                <a:path extrusionOk="0" h="14145" w="19251">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4"/>
            <p:cNvSpPr/>
            <p:nvPr/>
          </p:nvSpPr>
          <p:spPr>
            <a:xfrm>
              <a:off x="1614375" y="2872825"/>
              <a:ext cx="1385750" cy="2358850"/>
            </a:xfrm>
            <a:custGeom>
              <a:rect b="b" l="l" r="r" t="t"/>
              <a:pathLst>
                <a:path extrusionOk="0" h="94354" w="5543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4"/>
            <p:cNvSpPr/>
            <p:nvPr/>
          </p:nvSpPr>
          <p:spPr>
            <a:xfrm>
              <a:off x="2237025" y="2767550"/>
              <a:ext cx="724450" cy="471000"/>
            </a:xfrm>
            <a:custGeom>
              <a:rect b="b" l="l" r="r" t="t"/>
              <a:pathLst>
                <a:path extrusionOk="0" h="18840" w="28978">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4"/>
            <p:cNvSpPr/>
            <p:nvPr/>
          </p:nvSpPr>
          <p:spPr>
            <a:xfrm>
              <a:off x="2237025" y="2767450"/>
              <a:ext cx="532150" cy="315425"/>
            </a:xfrm>
            <a:custGeom>
              <a:rect b="b" l="l" r="r" t="t"/>
              <a:pathLst>
                <a:path extrusionOk="0" h="12617" w="21286">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4"/>
            <p:cNvSpPr/>
            <p:nvPr/>
          </p:nvSpPr>
          <p:spPr>
            <a:xfrm>
              <a:off x="2227875" y="2759300"/>
              <a:ext cx="742750" cy="488050"/>
            </a:xfrm>
            <a:custGeom>
              <a:rect b="b" l="l" r="r" t="t"/>
              <a:pathLst>
                <a:path extrusionOk="0" h="19522" w="2971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4"/>
            <p:cNvSpPr/>
            <p:nvPr/>
          </p:nvSpPr>
          <p:spPr>
            <a:xfrm>
              <a:off x="3860850" y="4333950"/>
              <a:ext cx="672550" cy="470425"/>
            </a:xfrm>
            <a:custGeom>
              <a:rect b="b" l="l" r="r" t="t"/>
              <a:pathLst>
                <a:path extrusionOk="0" h="18817" w="26902">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4"/>
            <p:cNvSpPr/>
            <p:nvPr/>
          </p:nvSpPr>
          <p:spPr>
            <a:xfrm>
              <a:off x="3852700" y="4326150"/>
              <a:ext cx="674575" cy="486350"/>
            </a:xfrm>
            <a:custGeom>
              <a:rect b="b" l="l" r="r" t="t"/>
              <a:pathLst>
                <a:path extrusionOk="0" h="19454" w="26983">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4"/>
            <p:cNvSpPr/>
            <p:nvPr/>
          </p:nvSpPr>
          <p:spPr>
            <a:xfrm>
              <a:off x="4208800" y="4389225"/>
              <a:ext cx="212675" cy="101775"/>
            </a:xfrm>
            <a:custGeom>
              <a:rect b="b" l="l" r="r" t="t"/>
              <a:pathLst>
                <a:path extrusionOk="0" h="4071" w="8507">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4"/>
            <p:cNvSpPr/>
            <p:nvPr/>
          </p:nvSpPr>
          <p:spPr>
            <a:xfrm>
              <a:off x="4107075" y="4395325"/>
              <a:ext cx="78350" cy="56000"/>
            </a:xfrm>
            <a:custGeom>
              <a:rect b="b" l="l" r="r" t="t"/>
              <a:pathLst>
                <a:path extrusionOk="0" h="2240" w="3134">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4"/>
            <p:cNvSpPr/>
            <p:nvPr/>
          </p:nvSpPr>
          <p:spPr>
            <a:xfrm>
              <a:off x="3132375" y="4321475"/>
              <a:ext cx="590625" cy="357750"/>
            </a:xfrm>
            <a:custGeom>
              <a:rect b="b" l="l" r="r" t="t"/>
              <a:pathLst>
                <a:path extrusionOk="0" h="14310" w="23625">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4"/>
            <p:cNvSpPr/>
            <p:nvPr/>
          </p:nvSpPr>
          <p:spPr>
            <a:xfrm>
              <a:off x="3136450" y="4312925"/>
              <a:ext cx="579950" cy="374425"/>
            </a:xfrm>
            <a:custGeom>
              <a:rect b="b" l="l" r="r" t="t"/>
              <a:pathLst>
                <a:path extrusionOk="0" h="14977" w="23198">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4"/>
            <p:cNvSpPr/>
            <p:nvPr/>
          </p:nvSpPr>
          <p:spPr>
            <a:xfrm>
              <a:off x="3444725" y="4365825"/>
              <a:ext cx="110925" cy="69225"/>
            </a:xfrm>
            <a:custGeom>
              <a:rect b="b" l="l" r="r" t="t"/>
              <a:pathLst>
                <a:path extrusionOk="0" h="2769" w="4437">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4"/>
            <p:cNvSpPr/>
            <p:nvPr/>
          </p:nvSpPr>
          <p:spPr>
            <a:xfrm>
              <a:off x="3362300" y="4339625"/>
              <a:ext cx="85500" cy="62600"/>
            </a:xfrm>
            <a:custGeom>
              <a:rect b="b" l="l" r="r" t="t"/>
              <a:pathLst>
                <a:path extrusionOk="0" h="2504" w="342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4"/>
            <p:cNvSpPr/>
            <p:nvPr/>
          </p:nvSpPr>
          <p:spPr>
            <a:xfrm>
              <a:off x="2535150" y="3264975"/>
              <a:ext cx="1519025" cy="2054400"/>
            </a:xfrm>
            <a:custGeom>
              <a:rect b="b" l="l" r="r" t="t"/>
              <a:pathLst>
                <a:path extrusionOk="0" h="82176" w="60761">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4"/>
            <p:cNvSpPr/>
            <p:nvPr/>
          </p:nvSpPr>
          <p:spPr>
            <a:xfrm>
              <a:off x="2553450" y="3316850"/>
              <a:ext cx="1490550" cy="2002325"/>
            </a:xfrm>
            <a:custGeom>
              <a:rect b="b" l="l" r="r" t="t"/>
              <a:pathLst>
                <a:path extrusionOk="0" h="80093" w="59622">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4"/>
            <p:cNvSpPr/>
            <p:nvPr/>
          </p:nvSpPr>
          <p:spPr>
            <a:xfrm>
              <a:off x="2545325" y="3256325"/>
              <a:ext cx="1502750" cy="2072025"/>
            </a:xfrm>
            <a:custGeom>
              <a:rect b="b" l="l" r="r" t="t"/>
              <a:pathLst>
                <a:path extrusionOk="0" h="82881" w="6011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4"/>
            <p:cNvSpPr/>
            <p:nvPr/>
          </p:nvSpPr>
          <p:spPr>
            <a:xfrm>
              <a:off x="3802850" y="4638300"/>
              <a:ext cx="175025" cy="233225"/>
            </a:xfrm>
            <a:custGeom>
              <a:rect b="b" l="l" r="r" t="t"/>
              <a:pathLst>
                <a:path extrusionOk="0" h="9329" w="7001">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4"/>
            <p:cNvSpPr/>
            <p:nvPr/>
          </p:nvSpPr>
          <p:spPr>
            <a:xfrm>
              <a:off x="975425" y="2808800"/>
              <a:ext cx="1312500" cy="2649775"/>
            </a:xfrm>
            <a:custGeom>
              <a:rect b="b" l="l" r="r" t="t"/>
              <a:pathLst>
                <a:path extrusionOk="0" h="105991" w="5250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4"/>
            <p:cNvSpPr/>
            <p:nvPr/>
          </p:nvSpPr>
          <p:spPr>
            <a:xfrm>
              <a:off x="966275" y="2801025"/>
              <a:ext cx="1330800" cy="2666700"/>
            </a:xfrm>
            <a:custGeom>
              <a:rect b="b" l="l" r="r" t="t"/>
              <a:pathLst>
                <a:path extrusionOk="0" h="106668" w="53232">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4"/>
            <p:cNvSpPr/>
            <p:nvPr/>
          </p:nvSpPr>
          <p:spPr>
            <a:xfrm>
              <a:off x="474850" y="2774800"/>
              <a:ext cx="1737800" cy="2683775"/>
            </a:xfrm>
            <a:custGeom>
              <a:rect b="b" l="l" r="r" t="t"/>
              <a:pathLst>
                <a:path extrusionOk="0" h="107351" w="69512">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4"/>
            <p:cNvSpPr/>
            <p:nvPr/>
          </p:nvSpPr>
          <p:spPr>
            <a:xfrm>
              <a:off x="469775" y="2766425"/>
              <a:ext cx="1751000" cy="2701300"/>
            </a:xfrm>
            <a:custGeom>
              <a:rect b="b" l="l" r="r" t="t"/>
              <a:pathLst>
                <a:path extrusionOk="0" h="108052" w="7004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4"/>
            <p:cNvSpPr/>
            <p:nvPr/>
          </p:nvSpPr>
          <p:spPr>
            <a:xfrm>
              <a:off x="1026300" y="5458550"/>
              <a:ext cx="6114750" cy="25"/>
            </a:xfrm>
            <a:custGeom>
              <a:rect b="b" l="l" r="r" t="t"/>
              <a:pathLst>
                <a:path extrusionOk="0" h="1" w="244590">
                  <a:moveTo>
                    <a:pt x="0" y="0"/>
                  </a:moveTo>
                  <a:lnTo>
                    <a:pt x="244590"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4"/>
            <p:cNvSpPr/>
            <p:nvPr/>
          </p:nvSpPr>
          <p:spPr>
            <a:xfrm>
              <a:off x="1017150" y="5450400"/>
              <a:ext cx="6132050" cy="17325"/>
            </a:xfrm>
            <a:custGeom>
              <a:rect b="b" l="l" r="r" t="t"/>
              <a:pathLst>
                <a:path extrusionOk="0" h="693" w="245282">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4"/>
            <p:cNvSpPr/>
            <p:nvPr/>
          </p:nvSpPr>
          <p:spPr>
            <a:xfrm>
              <a:off x="3560700" y="945225"/>
              <a:ext cx="1524125" cy="1193475"/>
            </a:xfrm>
            <a:custGeom>
              <a:rect b="b" l="l" r="r" t="t"/>
              <a:pathLst>
                <a:path extrusionOk="0" h="47739" w="60965">
                  <a:moveTo>
                    <a:pt x="1" y="1"/>
                  </a:moveTo>
                  <a:lnTo>
                    <a:pt x="1" y="47738"/>
                  </a:lnTo>
                  <a:lnTo>
                    <a:pt x="60965" y="47738"/>
                  </a:lnTo>
                  <a:lnTo>
                    <a:pt x="6096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45" name="Google Shape;1945;p34"/>
          <p:cNvPicPr preferRelativeResize="0"/>
          <p:nvPr/>
        </p:nvPicPr>
        <p:blipFill>
          <a:blip r:embed="rId3">
            <a:alphaModFix/>
          </a:blip>
          <a:stretch>
            <a:fillRect/>
          </a:stretch>
        </p:blipFill>
        <p:spPr>
          <a:xfrm>
            <a:off x="2780142" y="1529524"/>
            <a:ext cx="1204168" cy="943700"/>
          </a:xfrm>
          <a:prstGeom prst="rect">
            <a:avLst/>
          </a:prstGeom>
          <a:noFill/>
          <a:ln>
            <a:noFill/>
          </a:ln>
        </p:spPr>
      </p:pic>
      <p:pic>
        <p:nvPicPr>
          <p:cNvPr id="1946" name="Google Shape;1946;p34"/>
          <p:cNvPicPr preferRelativeResize="0"/>
          <p:nvPr/>
        </p:nvPicPr>
        <p:blipFill>
          <a:blip r:embed="rId4">
            <a:alphaModFix/>
          </a:blip>
          <a:stretch>
            <a:fillRect/>
          </a:stretch>
        </p:blipFill>
        <p:spPr>
          <a:xfrm>
            <a:off x="3096475" y="2163863"/>
            <a:ext cx="571500" cy="142875"/>
          </a:xfrm>
          <a:prstGeom prst="rect">
            <a:avLst/>
          </a:prstGeom>
          <a:noFill/>
          <a:ln>
            <a:noFill/>
          </a:ln>
        </p:spPr>
      </p:pic>
      <p:pic>
        <p:nvPicPr>
          <p:cNvPr id="1947" name="Google Shape;1947;p34"/>
          <p:cNvPicPr preferRelativeResize="0"/>
          <p:nvPr/>
        </p:nvPicPr>
        <p:blipFill>
          <a:blip r:embed="rId5">
            <a:alphaModFix/>
          </a:blip>
          <a:stretch>
            <a:fillRect/>
          </a:stretch>
        </p:blipFill>
        <p:spPr>
          <a:xfrm>
            <a:off x="2845263" y="1464413"/>
            <a:ext cx="1073926" cy="10739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sp>
        <p:nvSpPr>
          <p:cNvPr id="1952" name="Google Shape;1952;p35"/>
          <p:cNvSpPr txBox="1"/>
          <p:nvPr>
            <p:ph type="title"/>
          </p:nvPr>
        </p:nvSpPr>
        <p:spPr>
          <a:xfrm>
            <a:off x="2971800" y="2231136"/>
            <a:ext cx="32004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t>Our Product</a:t>
            </a:r>
            <a:endParaRPr sz="4700"/>
          </a:p>
        </p:txBody>
      </p:sp>
      <p:sp>
        <p:nvSpPr>
          <p:cNvPr id="1953" name="Google Shape;1953;p35"/>
          <p:cNvSpPr txBox="1"/>
          <p:nvPr>
            <p:ph idx="2" type="title"/>
          </p:nvPr>
        </p:nvSpPr>
        <p:spPr>
          <a:xfrm>
            <a:off x="2971800" y="1161288"/>
            <a:ext cx="2967600" cy="106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954" name="Google Shape;1954;p35"/>
          <p:cNvSpPr txBox="1"/>
          <p:nvPr>
            <p:ph idx="1" type="subTitle"/>
          </p:nvPr>
        </p:nvSpPr>
        <p:spPr>
          <a:xfrm>
            <a:off x="2971800" y="3035732"/>
            <a:ext cx="32004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Baobab</a:t>
            </a:r>
            <a:endParaRPr sz="2300">
              <a:latin typeface="Barlow Semi Condensed"/>
              <a:ea typeface="Barlow Semi Condensed"/>
              <a:cs typeface="Barlow Semi Condensed"/>
              <a:sym typeface="Barlow Semi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36"/>
          <p:cNvSpPr txBox="1"/>
          <p:nvPr>
            <p:ph type="title"/>
          </p:nvPr>
        </p:nvSpPr>
        <p:spPr>
          <a:xfrm>
            <a:off x="1568775" y="442350"/>
            <a:ext cx="6006300" cy="59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Baobab?</a:t>
            </a:r>
            <a:endParaRPr/>
          </a:p>
        </p:txBody>
      </p:sp>
      <p:sp>
        <p:nvSpPr>
          <p:cNvPr id="1960" name="Google Shape;1960;p36"/>
          <p:cNvSpPr txBox="1"/>
          <p:nvPr>
            <p:ph idx="1" type="subTitle"/>
          </p:nvPr>
        </p:nvSpPr>
        <p:spPr>
          <a:xfrm>
            <a:off x="1709925" y="1545325"/>
            <a:ext cx="2237700" cy="375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Build Your Brand</a:t>
            </a:r>
            <a:endParaRPr sz="1800"/>
          </a:p>
          <a:p>
            <a:pPr indent="0" lvl="0" marL="0" rtl="0" algn="l">
              <a:lnSpc>
                <a:spcPct val="115000"/>
              </a:lnSpc>
              <a:spcBef>
                <a:spcPts val="0"/>
              </a:spcBef>
              <a:spcAft>
                <a:spcPts val="0"/>
              </a:spcAft>
              <a:buNone/>
            </a:pPr>
            <a:r>
              <a:t/>
            </a:r>
            <a:endParaRPr sz="1700"/>
          </a:p>
          <a:p>
            <a:pPr indent="0" lvl="0" marL="0" rtl="0" algn="l">
              <a:spcBef>
                <a:spcPts val="0"/>
              </a:spcBef>
              <a:spcAft>
                <a:spcPts val="0"/>
              </a:spcAft>
              <a:buNone/>
            </a:pPr>
            <a:r>
              <a:t/>
            </a:r>
            <a:endParaRPr sz="1700"/>
          </a:p>
        </p:txBody>
      </p:sp>
      <p:sp>
        <p:nvSpPr>
          <p:cNvPr id="1961" name="Google Shape;1961;p36"/>
          <p:cNvSpPr txBox="1"/>
          <p:nvPr>
            <p:ph idx="2" type="subTitle"/>
          </p:nvPr>
        </p:nvSpPr>
        <p:spPr>
          <a:xfrm>
            <a:off x="1709925" y="1938525"/>
            <a:ext cx="2732100" cy="7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Customize your own profile to market yourself to your peers.</a:t>
            </a:r>
            <a:endParaRPr sz="1600"/>
          </a:p>
          <a:p>
            <a:pPr indent="0" lvl="0" marL="0" rtl="0" algn="l">
              <a:spcBef>
                <a:spcPts val="0"/>
              </a:spcBef>
              <a:spcAft>
                <a:spcPts val="0"/>
              </a:spcAft>
              <a:buNone/>
            </a:pPr>
            <a:r>
              <a:t/>
            </a:r>
            <a:endParaRPr sz="1500"/>
          </a:p>
        </p:txBody>
      </p:sp>
      <p:sp>
        <p:nvSpPr>
          <p:cNvPr id="1962" name="Google Shape;1962;p36"/>
          <p:cNvSpPr txBox="1"/>
          <p:nvPr>
            <p:ph idx="3" type="subTitle"/>
          </p:nvPr>
        </p:nvSpPr>
        <p:spPr>
          <a:xfrm>
            <a:off x="5468112" y="1545336"/>
            <a:ext cx="19476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Learn Valuable Skills</a:t>
            </a:r>
            <a:endParaRPr sz="1300"/>
          </a:p>
          <a:p>
            <a:pPr indent="0" lvl="0" marL="0" rtl="0" algn="l">
              <a:lnSpc>
                <a:spcPct val="115000"/>
              </a:lnSpc>
              <a:spcBef>
                <a:spcPts val="0"/>
              </a:spcBef>
              <a:spcAft>
                <a:spcPts val="0"/>
              </a:spcAft>
              <a:buNone/>
            </a:pPr>
            <a:r>
              <a:t/>
            </a:r>
            <a:endParaRPr sz="1800"/>
          </a:p>
          <a:p>
            <a:pPr indent="0" lvl="0" marL="0" rtl="0" algn="l">
              <a:spcBef>
                <a:spcPts val="0"/>
              </a:spcBef>
              <a:spcAft>
                <a:spcPts val="0"/>
              </a:spcAft>
              <a:buNone/>
            </a:pPr>
            <a:r>
              <a:t/>
            </a:r>
            <a:endParaRPr sz="1700"/>
          </a:p>
        </p:txBody>
      </p:sp>
      <p:sp>
        <p:nvSpPr>
          <p:cNvPr id="1963" name="Google Shape;1963;p36"/>
          <p:cNvSpPr txBox="1"/>
          <p:nvPr>
            <p:ph idx="4" type="subTitle"/>
          </p:nvPr>
        </p:nvSpPr>
        <p:spPr>
          <a:xfrm>
            <a:off x="5468100" y="1938525"/>
            <a:ext cx="2793600" cy="7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Learn the skills you need to thrive as an entrepreneur.</a:t>
            </a:r>
            <a:endParaRPr sz="1100"/>
          </a:p>
          <a:p>
            <a:pPr indent="0" lvl="0" marL="0" rtl="0" algn="l">
              <a:spcBef>
                <a:spcPts val="0"/>
              </a:spcBef>
              <a:spcAft>
                <a:spcPts val="0"/>
              </a:spcAft>
              <a:buClr>
                <a:schemeClr val="dk1"/>
              </a:buClr>
              <a:buSzPts val="1100"/>
              <a:buFont typeface="Arial"/>
              <a:buNone/>
            </a:pPr>
            <a:r>
              <a:t/>
            </a:r>
            <a:endParaRPr sz="1600"/>
          </a:p>
          <a:p>
            <a:pPr indent="0" lvl="0" marL="0" rtl="0" algn="l">
              <a:spcBef>
                <a:spcPts val="0"/>
              </a:spcBef>
              <a:spcAft>
                <a:spcPts val="0"/>
              </a:spcAft>
              <a:buNone/>
            </a:pPr>
            <a:r>
              <a:t/>
            </a:r>
            <a:endParaRPr sz="1500"/>
          </a:p>
        </p:txBody>
      </p:sp>
      <p:sp>
        <p:nvSpPr>
          <p:cNvPr id="1964" name="Google Shape;1964;p36"/>
          <p:cNvSpPr txBox="1"/>
          <p:nvPr>
            <p:ph idx="5" type="subTitle"/>
          </p:nvPr>
        </p:nvSpPr>
        <p:spPr>
          <a:xfrm>
            <a:off x="2825496" y="3200400"/>
            <a:ext cx="19452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Meet New People</a:t>
            </a:r>
            <a:endParaRPr sz="1300"/>
          </a:p>
        </p:txBody>
      </p:sp>
      <p:sp>
        <p:nvSpPr>
          <p:cNvPr id="1965" name="Google Shape;1965;p36"/>
          <p:cNvSpPr txBox="1"/>
          <p:nvPr>
            <p:ph idx="6" type="subTitle"/>
          </p:nvPr>
        </p:nvSpPr>
        <p:spPr>
          <a:xfrm>
            <a:off x="2825501" y="3593600"/>
            <a:ext cx="2326200" cy="7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Network with other budding entrepreneurs.</a:t>
            </a:r>
            <a:endParaRPr sz="1100">
              <a:latin typeface="Barlow Semi Condensed"/>
              <a:ea typeface="Barlow Semi Condensed"/>
              <a:cs typeface="Barlow Semi Condensed"/>
              <a:sym typeface="Barlow Semi Condensed"/>
            </a:endParaRPr>
          </a:p>
        </p:txBody>
      </p:sp>
      <p:sp>
        <p:nvSpPr>
          <p:cNvPr id="1966" name="Google Shape;1966;p36"/>
          <p:cNvSpPr txBox="1"/>
          <p:nvPr>
            <p:ph idx="7" type="subTitle"/>
          </p:nvPr>
        </p:nvSpPr>
        <p:spPr>
          <a:xfrm>
            <a:off x="6464798" y="3200400"/>
            <a:ext cx="2490600" cy="375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700"/>
              <a:t>All at Once</a:t>
            </a:r>
            <a:endParaRPr sz="1700"/>
          </a:p>
          <a:p>
            <a:pPr indent="0" lvl="0" marL="0" rtl="0" algn="l">
              <a:spcBef>
                <a:spcPts val="0"/>
              </a:spcBef>
              <a:spcAft>
                <a:spcPts val="0"/>
              </a:spcAft>
              <a:buNone/>
            </a:pPr>
            <a:r>
              <a:t/>
            </a:r>
            <a:endParaRPr sz="1700"/>
          </a:p>
        </p:txBody>
      </p:sp>
      <p:sp>
        <p:nvSpPr>
          <p:cNvPr id="1967" name="Google Shape;1967;p36"/>
          <p:cNvSpPr txBox="1"/>
          <p:nvPr>
            <p:ph idx="8" type="subTitle"/>
          </p:nvPr>
        </p:nvSpPr>
        <p:spPr>
          <a:xfrm>
            <a:off x="6464798" y="3593600"/>
            <a:ext cx="2490600" cy="7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Baobab has you covered, from ideation to product release.</a:t>
            </a:r>
            <a:endParaRPr sz="1500"/>
          </a:p>
          <a:p>
            <a:pPr indent="0" lvl="0" marL="0" rtl="0" algn="l">
              <a:spcBef>
                <a:spcPts val="0"/>
              </a:spcBef>
              <a:spcAft>
                <a:spcPts val="0"/>
              </a:spcAft>
              <a:buNone/>
            </a:pPr>
            <a:r>
              <a:t/>
            </a:r>
            <a:endParaRPr sz="1500"/>
          </a:p>
        </p:txBody>
      </p:sp>
      <p:sp>
        <p:nvSpPr>
          <p:cNvPr id="1968" name="Google Shape;1968;p36"/>
          <p:cNvSpPr txBox="1"/>
          <p:nvPr/>
        </p:nvSpPr>
        <p:spPr>
          <a:xfrm>
            <a:off x="512064" y="1700784"/>
            <a:ext cx="1179600" cy="1079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200">
                <a:solidFill>
                  <a:schemeClr val="accent1"/>
                </a:solidFill>
                <a:latin typeface="Fjalla One"/>
                <a:ea typeface="Fjalla One"/>
                <a:cs typeface="Fjalla One"/>
                <a:sym typeface="Fjalla One"/>
              </a:rPr>
              <a:t>01</a:t>
            </a:r>
            <a:endParaRPr sz="7200">
              <a:solidFill>
                <a:schemeClr val="accent1"/>
              </a:solidFill>
              <a:latin typeface="Fjalla One"/>
              <a:ea typeface="Fjalla One"/>
              <a:cs typeface="Fjalla One"/>
              <a:sym typeface="Fjalla One"/>
            </a:endParaRPr>
          </a:p>
        </p:txBody>
      </p:sp>
      <p:sp>
        <p:nvSpPr>
          <p:cNvPr id="1969" name="Google Shape;1969;p36"/>
          <p:cNvSpPr txBox="1"/>
          <p:nvPr/>
        </p:nvSpPr>
        <p:spPr>
          <a:xfrm>
            <a:off x="1623369" y="3355848"/>
            <a:ext cx="1179600" cy="1074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200">
                <a:solidFill>
                  <a:schemeClr val="accent1"/>
                </a:solidFill>
                <a:latin typeface="Fjalla One"/>
                <a:ea typeface="Fjalla One"/>
                <a:cs typeface="Fjalla One"/>
                <a:sym typeface="Fjalla One"/>
              </a:rPr>
              <a:t>03</a:t>
            </a:r>
            <a:endParaRPr sz="7200">
              <a:solidFill>
                <a:schemeClr val="accent1"/>
              </a:solidFill>
              <a:latin typeface="Fjalla One"/>
              <a:ea typeface="Fjalla One"/>
              <a:cs typeface="Fjalla One"/>
              <a:sym typeface="Fjalla One"/>
            </a:endParaRPr>
          </a:p>
        </p:txBody>
      </p:sp>
      <p:sp>
        <p:nvSpPr>
          <p:cNvPr id="1970" name="Google Shape;1970;p36"/>
          <p:cNvSpPr txBox="1"/>
          <p:nvPr/>
        </p:nvSpPr>
        <p:spPr>
          <a:xfrm>
            <a:off x="5263298" y="3355848"/>
            <a:ext cx="1179600" cy="1074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200">
                <a:solidFill>
                  <a:schemeClr val="accent1"/>
                </a:solidFill>
                <a:latin typeface="Fjalla One"/>
                <a:ea typeface="Fjalla One"/>
                <a:cs typeface="Fjalla One"/>
                <a:sym typeface="Fjalla One"/>
              </a:rPr>
              <a:t>04</a:t>
            </a:r>
            <a:endParaRPr sz="7200">
              <a:solidFill>
                <a:schemeClr val="accent1"/>
              </a:solidFill>
              <a:latin typeface="Fjalla One"/>
              <a:ea typeface="Fjalla One"/>
              <a:cs typeface="Fjalla One"/>
              <a:sym typeface="Fjalla One"/>
            </a:endParaRPr>
          </a:p>
        </p:txBody>
      </p:sp>
      <p:sp>
        <p:nvSpPr>
          <p:cNvPr id="1971" name="Google Shape;1971;p36"/>
          <p:cNvSpPr txBox="1"/>
          <p:nvPr/>
        </p:nvSpPr>
        <p:spPr>
          <a:xfrm>
            <a:off x="4268116" y="1700784"/>
            <a:ext cx="1179600" cy="1079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200">
                <a:solidFill>
                  <a:schemeClr val="accent1"/>
                </a:solidFill>
                <a:latin typeface="Fjalla One"/>
                <a:ea typeface="Fjalla One"/>
                <a:cs typeface="Fjalla One"/>
                <a:sym typeface="Fjalla One"/>
              </a:rPr>
              <a:t>02</a:t>
            </a:r>
            <a:endParaRPr sz="7200">
              <a:solidFill>
                <a:schemeClr val="accent1"/>
              </a:solidFill>
              <a:latin typeface="Fjalla One"/>
              <a:ea typeface="Fjalla One"/>
              <a:cs typeface="Fjalla One"/>
              <a:sym typeface="Fjalla On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5" name="Shape 1975"/>
        <p:cNvGrpSpPr/>
        <p:nvPr/>
      </p:nvGrpSpPr>
      <p:grpSpPr>
        <a:xfrm>
          <a:off x="0" y="0"/>
          <a:ext cx="0" cy="0"/>
          <a:chOff x="0" y="0"/>
          <a:chExt cx="0" cy="0"/>
        </a:xfrm>
      </p:grpSpPr>
      <p:grpSp>
        <p:nvGrpSpPr>
          <p:cNvPr id="1976" name="Google Shape;1976;p37"/>
          <p:cNvGrpSpPr/>
          <p:nvPr/>
        </p:nvGrpSpPr>
        <p:grpSpPr>
          <a:xfrm>
            <a:off x="1819024" y="3512816"/>
            <a:ext cx="175013" cy="27000"/>
            <a:chOff x="5662375" y="212375"/>
            <a:chExt cx="175013" cy="27000"/>
          </a:xfrm>
        </p:grpSpPr>
        <p:sp>
          <p:nvSpPr>
            <p:cNvPr id="1977" name="Google Shape;1977;p3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978" name="Google Shape;1978;p3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979" name="Google Shape;1979;p3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1980" name="Google Shape;1980;p37"/>
          <p:cNvGrpSpPr/>
          <p:nvPr/>
        </p:nvGrpSpPr>
        <p:grpSpPr>
          <a:xfrm>
            <a:off x="4484494" y="3512828"/>
            <a:ext cx="175013" cy="27000"/>
            <a:chOff x="5662375" y="212375"/>
            <a:chExt cx="175013" cy="27000"/>
          </a:xfrm>
        </p:grpSpPr>
        <p:sp>
          <p:nvSpPr>
            <p:cNvPr id="1981" name="Google Shape;1981;p3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982" name="Google Shape;1982;p3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983" name="Google Shape;1983;p3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grpSp>
        <p:nvGrpSpPr>
          <p:cNvPr id="1984" name="Google Shape;1984;p37"/>
          <p:cNvGrpSpPr/>
          <p:nvPr/>
        </p:nvGrpSpPr>
        <p:grpSpPr>
          <a:xfrm>
            <a:off x="7149964" y="3512816"/>
            <a:ext cx="175013" cy="27000"/>
            <a:chOff x="5662375" y="212375"/>
            <a:chExt cx="175013" cy="27000"/>
          </a:xfrm>
        </p:grpSpPr>
        <p:sp>
          <p:nvSpPr>
            <p:cNvPr id="1985" name="Google Shape;1985;p37"/>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986" name="Google Shape;1986;p37"/>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sp>
          <p:nvSpPr>
            <p:cNvPr id="1987" name="Google Shape;1987;p37"/>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95959"/>
                </a:solidFill>
              </a:endParaRPr>
            </a:p>
          </p:txBody>
        </p:sp>
      </p:grpSp>
      <p:sp>
        <p:nvSpPr>
          <p:cNvPr id="1988" name="Google Shape;1988;p37"/>
          <p:cNvSpPr txBox="1"/>
          <p:nvPr>
            <p:ph type="title"/>
          </p:nvPr>
        </p:nvSpPr>
        <p:spPr>
          <a:xfrm>
            <a:off x="1719072" y="338328"/>
            <a:ext cx="5577900" cy="59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Features</a:t>
            </a:r>
            <a:endParaRPr/>
          </a:p>
        </p:txBody>
      </p:sp>
      <p:sp>
        <p:nvSpPr>
          <p:cNvPr id="1989" name="Google Shape;1989;p37"/>
          <p:cNvSpPr txBox="1"/>
          <p:nvPr>
            <p:ph idx="1" type="subTitle"/>
          </p:nvPr>
        </p:nvSpPr>
        <p:spPr>
          <a:xfrm>
            <a:off x="3694176" y="2414016"/>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Assignments</a:t>
            </a:r>
            <a:endParaRPr/>
          </a:p>
        </p:txBody>
      </p:sp>
      <p:sp>
        <p:nvSpPr>
          <p:cNvPr id="1990" name="Google Shape;1990;p37"/>
          <p:cNvSpPr txBox="1"/>
          <p:nvPr>
            <p:ph idx="2" type="subTitle"/>
          </p:nvPr>
        </p:nvSpPr>
        <p:spPr>
          <a:xfrm>
            <a:off x="1024128" y="2414016"/>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Posts</a:t>
            </a:r>
            <a:endParaRPr/>
          </a:p>
        </p:txBody>
      </p:sp>
      <p:sp>
        <p:nvSpPr>
          <p:cNvPr id="1991" name="Google Shape;1991;p37"/>
          <p:cNvSpPr txBox="1"/>
          <p:nvPr>
            <p:ph idx="3" type="subTitle"/>
          </p:nvPr>
        </p:nvSpPr>
        <p:spPr>
          <a:xfrm>
            <a:off x="6355080" y="2414016"/>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Profiles</a:t>
            </a:r>
            <a:endParaRPr/>
          </a:p>
        </p:txBody>
      </p:sp>
      <p:sp>
        <p:nvSpPr>
          <p:cNvPr id="1992" name="Google Shape;1992;p37"/>
          <p:cNvSpPr txBox="1"/>
          <p:nvPr>
            <p:ph idx="4" type="subTitle"/>
          </p:nvPr>
        </p:nvSpPr>
        <p:spPr>
          <a:xfrm>
            <a:off x="3694175" y="2825498"/>
            <a:ext cx="1764900" cy="6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Learn and get feedback</a:t>
            </a:r>
            <a:endParaRPr>
              <a:latin typeface="Barlow Semi Condensed"/>
              <a:ea typeface="Barlow Semi Condensed"/>
              <a:cs typeface="Barlow Semi Condensed"/>
              <a:sym typeface="Barlow Semi Condensed"/>
            </a:endParaRPr>
          </a:p>
        </p:txBody>
      </p:sp>
      <p:sp>
        <p:nvSpPr>
          <p:cNvPr id="1993" name="Google Shape;1993;p37"/>
          <p:cNvSpPr txBox="1"/>
          <p:nvPr>
            <p:ph idx="5" type="subTitle"/>
          </p:nvPr>
        </p:nvSpPr>
        <p:spPr>
          <a:xfrm>
            <a:off x="1024125" y="2825498"/>
            <a:ext cx="1764900" cy="6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Network and ask questions</a:t>
            </a:r>
            <a:endParaRPr>
              <a:latin typeface="Barlow Semi Condensed"/>
              <a:ea typeface="Barlow Semi Condensed"/>
              <a:cs typeface="Barlow Semi Condensed"/>
              <a:sym typeface="Barlow Semi Condensed"/>
            </a:endParaRPr>
          </a:p>
        </p:txBody>
      </p:sp>
      <p:sp>
        <p:nvSpPr>
          <p:cNvPr id="1994" name="Google Shape;1994;p37"/>
          <p:cNvSpPr txBox="1"/>
          <p:nvPr>
            <p:ph idx="6" type="subTitle"/>
          </p:nvPr>
        </p:nvSpPr>
        <p:spPr>
          <a:xfrm>
            <a:off x="6355075" y="2825498"/>
            <a:ext cx="1764900" cy="6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Market yourself, your way</a:t>
            </a:r>
            <a:endParaRPr>
              <a:latin typeface="Barlow Semi Condensed"/>
              <a:ea typeface="Barlow Semi Condensed"/>
              <a:cs typeface="Barlow Semi Condensed"/>
              <a:sym typeface="Barlow Semi Condensed"/>
            </a:endParaRPr>
          </a:p>
        </p:txBody>
      </p:sp>
      <p:grpSp>
        <p:nvGrpSpPr>
          <p:cNvPr id="1995" name="Google Shape;1995;p37"/>
          <p:cNvGrpSpPr/>
          <p:nvPr/>
        </p:nvGrpSpPr>
        <p:grpSpPr>
          <a:xfrm>
            <a:off x="1696099" y="1908349"/>
            <a:ext cx="420796" cy="370732"/>
            <a:chOff x="-3137650" y="2067900"/>
            <a:chExt cx="291450" cy="256775"/>
          </a:xfrm>
        </p:grpSpPr>
        <p:sp>
          <p:nvSpPr>
            <p:cNvPr id="1996" name="Google Shape;1996;p37"/>
            <p:cNvSpPr/>
            <p:nvPr/>
          </p:nvSpPr>
          <p:spPr>
            <a:xfrm>
              <a:off x="-3137650" y="2067900"/>
              <a:ext cx="291450" cy="187475"/>
            </a:xfrm>
            <a:custGeom>
              <a:rect b="b" l="l" r="r" t="t"/>
              <a:pathLst>
                <a:path extrusionOk="0" h="7499" w="11658">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1997" name="Google Shape;1997;p37"/>
            <p:cNvSpPr/>
            <p:nvPr/>
          </p:nvSpPr>
          <p:spPr>
            <a:xfrm>
              <a:off x="-3137650" y="2273475"/>
              <a:ext cx="291450" cy="51200"/>
            </a:xfrm>
            <a:custGeom>
              <a:rect b="b" l="l" r="r" t="t"/>
              <a:pathLst>
                <a:path extrusionOk="0" h="2048" w="11658">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1998" name="Google Shape;1998;p37"/>
            <p:cNvSpPr/>
            <p:nvPr/>
          </p:nvSpPr>
          <p:spPr>
            <a:xfrm>
              <a:off x="-3035250" y="2103000"/>
              <a:ext cx="104000" cy="118500"/>
            </a:xfrm>
            <a:custGeom>
              <a:rect b="b" l="l" r="r" t="t"/>
              <a:pathLst>
                <a:path extrusionOk="0" h="4740" w="416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grpSp>
      <p:grpSp>
        <p:nvGrpSpPr>
          <p:cNvPr id="1999" name="Google Shape;1999;p37"/>
          <p:cNvGrpSpPr/>
          <p:nvPr/>
        </p:nvGrpSpPr>
        <p:grpSpPr>
          <a:xfrm>
            <a:off x="4361602" y="1908360"/>
            <a:ext cx="420796" cy="421770"/>
            <a:chOff x="-3137650" y="2408950"/>
            <a:chExt cx="291450" cy="292125"/>
          </a:xfrm>
        </p:grpSpPr>
        <p:sp>
          <p:nvSpPr>
            <p:cNvPr id="2000" name="Google Shape;2000;p37"/>
            <p:cNvSpPr/>
            <p:nvPr/>
          </p:nvSpPr>
          <p:spPr>
            <a:xfrm>
              <a:off x="-3137650" y="2408950"/>
              <a:ext cx="291450" cy="292125"/>
            </a:xfrm>
            <a:custGeom>
              <a:rect b="b" l="l" r="r" t="t"/>
              <a:pathLst>
                <a:path extrusionOk="0" h="11685" w="11658">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01" name="Google Shape;2001;p37"/>
            <p:cNvSpPr/>
            <p:nvPr/>
          </p:nvSpPr>
          <p:spPr>
            <a:xfrm>
              <a:off x="-3104575" y="24428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02" name="Google Shape;2002;p37"/>
            <p:cNvSpPr/>
            <p:nvPr/>
          </p:nvSpPr>
          <p:spPr>
            <a:xfrm>
              <a:off x="-306990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03" name="Google Shape;2003;p37"/>
            <p:cNvSpPr/>
            <p:nvPr/>
          </p:nvSpPr>
          <p:spPr>
            <a:xfrm>
              <a:off x="-3035250" y="24428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04" name="Google Shape;2004;p37"/>
            <p:cNvSpPr/>
            <p:nvPr/>
          </p:nvSpPr>
          <p:spPr>
            <a:xfrm>
              <a:off x="-3002175" y="2442800"/>
              <a:ext cx="120525" cy="17350"/>
            </a:xfrm>
            <a:custGeom>
              <a:rect b="b" l="l" r="r" t="t"/>
              <a:pathLst>
                <a:path extrusionOk="0" h="694" w="4821">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grpSp>
      <p:grpSp>
        <p:nvGrpSpPr>
          <p:cNvPr id="2005" name="Google Shape;2005;p37"/>
          <p:cNvGrpSpPr/>
          <p:nvPr/>
        </p:nvGrpSpPr>
        <p:grpSpPr>
          <a:xfrm>
            <a:off x="7027102" y="1909371"/>
            <a:ext cx="421914" cy="420759"/>
            <a:chOff x="-2571737" y="2403625"/>
            <a:chExt cx="292225" cy="291425"/>
          </a:xfrm>
        </p:grpSpPr>
        <p:sp>
          <p:nvSpPr>
            <p:cNvPr id="2006" name="Google Shape;2006;p37"/>
            <p:cNvSpPr/>
            <p:nvPr/>
          </p:nvSpPr>
          <p:spPr>
            <a:xfrm>
              <a:off x="-2571737" y="2403625"/>
              <a:ext cx="292225" cy="291425"/>
            </a:xfrm>
            <a:custGeom>
              <a:rect b="b" l="l" r="r" t="t"/>
              <a:pathLst>
                <a:path extrusionOk="0" h="11657" w="11689">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07" name="Google Shape;2007;p37"/>
            <p:cNvSpPr/>
            <p:nvPr/>
          </p:nvSpPr>
          <p:spPr>
            <a:xfrm>
              <a:off x="-2485967" y="2649150"/>
              <a:ext cx="173300" cy="18150"/>
            </a:xfrm>
            <a:custGeom>
              <a:rect b="b" l="l" r="r" t="t"/>
              <a:pathLst>
                <a:path extrusionOk="0" h="726" w="6932">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08" name="Google Shape;2008;p37"/>
            <p:cNvSpPr/>
            <p:nvPr/>
          </p:nvSpPr>
          <p:spPr>
            <a:xfrm>
              <a:off x="-2485967" y="2511325"/>
              <a:ext cx="173300" cy="18150"/>
            </a:xfrm>
            <a:custGeom>
              <a:rect b="b" l="l" r="r" t="t"/>
              <a:pathLst>
                <a:path extrusionOk="0" h="726" w="6932">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09" name="Google Shape;2009;p37"/>
            <p:cNvSpPr/>
            <p:nvPr/>
          </p:nvSpPr>
          <p:spPr>
            <a:xfrm>
              <a:off x="-2540185" y="2511325"/>
              <a:ext cx="18125" cy="18925"/>
            </a:xfrm>
            <a:custGeom>
              <a:rect b="b" l="l" r="r" t="t"/>
              <a:pathLst>
                <a:path extrusionOk="0" h="757" w="725">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10" name="Google Shape;2010;p37"/>
            <p:cNvSpPr/>
            <p:nvPr/>
          </p:nvSpPr>
          <p:spPr>
            <a:xfrm>
              <a:off x="-2485579" y="2580625"/>
              <a:ext cx="172525" cy="17350"/>
            </a:xfrm>
            <a:custGeom>
              <a:rect b="b" l="l" r="r" t="t"/>
              <a:pathLst>
                <a:path extrusionOk="0" h="694" w="6901">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11" name="Google Shape;2011;p37"/>
            <p:cNvSpPr/>
            <p:nvPr/>
          </p:nvSpPr>
          <p:spPr>
            <a:xfrm>
              <a:off x="-2540185" y="2580625"/>
              <a:ext cx="18125" cy="17350"/>
            </a:xfrm>
            <a:custGeom>
              <a:rect b="b" l="l" r="r" t="t"/>
              <a:pathLst>
                <a:path extrusionOk="0" h="694" w="725">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sp>
          <p:nvSpPr>
            <p:cNvPr id="2012" name="Google Shape;2012;p37"/>
            <p:cNvSpPr/>
            <p:nvPr/>
          </p:nvSpPr>
          <p:spPr>
            <a:xfrm>
              <a:off x="-2540185" y="2649150"/>
              <a:ext cx="18125" cy="18150"/>
            </a:xfrm>
            <a:custGeom>
              <a:rect b="b" l="l" r="r" t="t"/>
              <a:pathLst>
                <a:path extrusionOk="0" h="726" w="725">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94949"/>
                </a:solidFil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6" name="Shape 2016"/>
        <p:cNvGrpSpPr/>
        <p:nvPr/>
      </p:nvGrpSpPr>
      <p:grpSpPr>
        <a:xfrm>
          <a:off x="0" y="0"/>
          <a:ext cx="0" cy="0"/>
          <a:chOff x="0" y="0"/>
          <a:chExt cx="0" cy="0"/>
        </a:xfrm>
      </p:grpSpPr>
      <p:sp>
        <p:nvSpPr>
          <p:cNvPr id="2017" name="Google Shape;2017;p38"/>
          <p:cNvSpPr txBox="1"/>
          <p:nvPr>
            <p:ph type="title"/>
          </p:nvPr>
        </p:nvSpPr>
        <p:spPr>
          <a:xfrm>
            <a:off x="2971800" y="2231136"/>
            <a:ext cx="32004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t>Our Team</a:t>
            </a:r>
            <a:endParaRPr sz="4700"/>
          </a:p>
        </p:txBody>
      </p:sp>
      <p:sp>
        <p:nvSpPr>
          <p:cNvPr id="2018" name="Google Shape;2018;p38"/>
          <p:cNvSpPr txBox="1"/>
          <p:nvPr>
            <p:ph idx="2" type="title"/>
          </p:nvPr>
        </p:nvSpPr>
        <p:spPr>
          <a:xfrm>
            <a:off x="2971800" y="1161288"/>
            <a:ext cx="2967600" cy="106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019" name="Google Shape;2019;p38"/>
          <p:cNvSpPr txBox="1"/>
          <p:nvPr>
            <p:ph idx="1" type="subTitle"/>
          </p:nvPr>
        </p:nvSpPr>
        <p:spPr>
          <a:xfrm>
            <a:off x="2973225" y="2999232"/>
            <a:ext cx="32004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Fifth Order Ignorant</a:t>
            </a:r>
            <a:endParaRPr sz="2300">
              <a:latin typeface="Barlow Semi Condensed"/>
              <a:ea typeface="Barlow Semi Condensed"/>
              <a:cs typeface="Barlow Semi Condensed"/>
              <a:sym typeface="Barlow Semi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3" name="Shape 2023"/>
        <p:cNvGrpSpPr/>
        <p:nvPr/>
      </p:nvGrpSpPr>
      <p:grpSpPr>
        <a:xfrm>
          <a:off x="0" y="0"/>
          <a:ext cx="0" cy="0"/>
          <a:chOff x="0" y="0"/>
          <a:chExt cx="0" cy="0"/>
        </a:xfrm>
      </p:grpSpPr>
      <p:sp>
        <p:nvSpPr>
          <p:cNvPr id="2024" name="Google Shape;2024;p39"/>
          <p:cNvSpPr txBox="1"/>
          <p:nvPr>
            <p:ph idx="4294967295" type="title"/>
          </p:nvPr>
        </p:nvSpPr>
        <p:spPr>
          <a:xfrm>
            <a:off x="516596" y="327975"/>
            <a:ext cx="5528700" cy="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Maryam</a:t>
            </a:r>
            <a:endParaRPr/>
          </a:p>
        </p:txBody>
      </p:sp>
      <p:sp>
        <p:nvSpPr>
          <p:cNvPr id="2025" name="Google Shape;2025;p39"/>
          <p:cNvSpPr txBox="1"/>
          <p:nvPr>
            <p:ph type="title"/>
          </p:nvPr>
        </p:nvSpPr>
        <p:spPr>
          <a:xfrm>
            <a:off x="2825496" y="704088"/>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Backend</a:t>
            </a:r>
            <a:endParaRPr/>
          </a:p>
        </p:txBody>
      </p:sp>
      <p:sp>
        <p:nvSpPr>
          <p:cNvPr id="2026" name="Google Shape;2026;p39"/>
          <p:cNvSpPr txBox="1"/>
          <p:nvPr>
            <p:ph idx="1" type="subTitle"/>
          </p:nvPr>
        </p:nvSpPr>
        <p:spPr>
          <a:xfrm>
            <a:off x="2825496" y="1225296"/>
            <a:ext cx="34839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contributed to the backend of the project!</a:t>
            </a:r>
            <a:endParaRPr/>
          </a:p>
          <a:p>
            <a:pPr indent="0" lvl="0" marL="0" rtl="0" algn="ctr">
              <a:spcBef>
                <a:spcPts val="0"/>
              </a:spcBef>
              <a:spcAft>
                <a:spcPts val="0"/>
              </a:spcAft>
              <a:buNone/>
            </a:pPr>
            <a:r>
              <a:rPr lang="en"/>
              <a:t>learned TypeScript </a:t>
            </a:r>
            <a:endParaRPr/>
          </a:p>
        </p:txBody>
      </p:sp>
      <p:sp>
        <p:nvSpPr>
          <p:cNvPr id="2027" name="Google Shape;2027;p39"/>
          <p:cNvSpPr txBox="1"/>
          <p:nvPr>
            <p:ph idx="2" type="title"/>
          </p:nvPr>
        </p:nvSpPr>
        <p:spPr>
          <a:xfrm>
            <a:off x="2825496" y="2185416"/>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GitHub</a:t>
            </a:r>
            <a:endParaRPr/>
          </a:p>
        </p:txBody>
      </p:sp>
      <p:sp>
        <p:nvSpPr>
          <p:cNvPr id="2028" name="Google Shape;2028;p39"/>
          <p:cNvSpPr txBox="1"/>
          <p:nvPr>
            <p:ph idx="3" type="subTitle"/>
          </p:nvPr>
        </p:nvSpPr>
        <p:spPr>
          <a:xfrm>
            <a:off x="2331100" y="2697475"/>
            <a:ext cx="44727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reviewed/merged most of the PRs and resolved conflicts</a:t>
            </a:r>
            <a:endParaRPr/>
          </a:p>
        </p:txBody>
      </p:sp>
      <p:sp>
        <p:nvSpPr>
          <p:cNvPr id="2029" name="Google Shape;2029;p39"/>
          <p:cNvSpPr txBox="1"/>
          <p:nvPr>
            <p:ph idx="4" type="title"/>
          </p:nvPr>
        </p:nvSpPr>
        <p:spPr>
          <a:xfrm>
            <a:off x="2825496" y="3648456"/>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Meetings</a:t>
            </a:r>
            <a:endParaRPr/>
          </a:p>
        </p:txBody>
      </p:sp>
      <p:sp>
        <p:nvSpPr>
          <p:cNvPr id="2030" name="Google Shape;2030;p39"/>
          <p:cNvSpPr txBox="1"/>
          <p:nvPr>
            <p:ph idx="5" type="subTitle"/>
          </p:nvPr>
        </p:nvSpPr>
        <p:spPr>
          <a:xfrm>
            <a:off x="2418250" y="4169650"/>
            <a:ext cx="42984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planned and scheduled sprint meetings and standups</a:t>
            </a:r>
            <a:endParaRPr/>
          </a:p>
        </p:txBody>
      </p:sp>
      <p:pic>
        <p:nvPicPr>
          <p:cNvPr id="2031" name="Google Shape;2031;p39"/>
          <p:cNvPicPr preferRelativeResize="0"/>
          <p:nvPr/>
        </p:nvPicPr>
        <p:blipFill>
          <a:blip r:embed="rId3">
            <a:alphaModFix/>
          </a:blip>
          <a:stretch>
            <a:fillRect/>
          </a:stretch>
        </p:blipFill>
        <p:spPr>
          <a:xfrm>
            <a:off x="1764099" y="291700"/>
            <a:ext cx="567000" cy="567000"/>
          </a:xfrm>
          <a:prstGeom prst="rect">
            <a:avLst/>
          </a:prstGeom>
          <a:noFill/>
          <a:ln>
            <a:noFill/>
          </a:ln>
        </p:spPr>
      </p:pic>
      <p:pic>
        <p:nvPicPr>
          <p:cNvPr id="2032" name="Google Shape;2032;p39"/>
          <p:cNvPicPr preferRelativeResize="0"/>
          <p:nvPr/>
        </p:nvPicPr>
        <p:blipFill>
          <a:blip r:embed="rId3">
            <a:alphaModFix/>
          </a:blip>
          <a:stretch>
            <a:fillRect/>
          </a:stretch>
        </p:blipFill>
        <p:spPr>
          <a:xfrm>
            <a:off x="-1" y="291700"/>
            <a:ext cx="567000" cy="567000"/>
          </a:xfrm>
          <a:prstGeom prst="rect">
            <a:avLst/>
          </a:prstGeom>
          <a:noFill/>
          <a:ln>
            <a:noFill/>
          </a:ln>
        </p:spPr>
      </p:pic>
      <p:sp>
        <p:nvSpPr>
          <p:cNvPr id="2033" name="Google Shape;2033;p39"/>
          <p:cNvSpPr txBox="1"/>
          <p:nvPr/>
        </p:nvSpPr>
        <p:spPr>
          <a:xfrm>
            <a:off x="516600" y="827700"/>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5"/>
                </a:solidFill>
                <a:latin typeface="Barlow Semi Condensed"/>
                <a:ea typeface="Barlow Semi Condensed"/>
                <a:cs typeface="Barlow Semi Condensed"/>
                <a:sym typeface="Barlow Semi Condensed"/>
              </a:rPr>
              <a:t>Manager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sp>
        <p:nvSpPr>
          <p:cNvPr id="2038" name="Google Shape;2038;p40"/>
          <p:cNvSpPr txBox="1"/>
          <p:nvPr>
            <p:ph type="title"/>
          </p:nvPr>
        </p:nvSpPr>
        <p:spPr>
          <a:xfrm>
            <a:off x="827162" y="1391737"/>
            <a:ext cx="3566100" cy="136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Michael</a:t>
            </a:r>
            <a:endParaRPr/>
          </a:p>
        </p:txBody>
      </p:sp>
      <p:sp>
        <p:nvSpPr>
          <p:cNvPr id="2039" name="Google Shape;2039;p40"/>
          <p:cNvSpPr txBox="1"/>
          <p:nvPr/>
        </p:nvSpPr>
        <p:spPr>
          <a:xfrm>
            <a:off x="4585700" y="422475"/>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Barlow Semi Condensed"/>
                <a:ea typeface="Barlow Semi Condensed"/>
                <a:cs typeface="Barlow Semi Condensed"/>
                <a:sym typeface="Barlow Semi Condensed"/>
              </a:rPr>
              <a:t>Backend Developer</a:t>
            </a:r>
            <a:endParaRPr>
              <a:solidFill>
                <a:schemeClr val="accent1"/>
              </a:solidFill>
            </a:endParaRPr>
          </a:p>
        </p:txBody>
      </p:sp>
      <p:sp>
        <p:nvSpPr>
          <p:cNvPr id="2040" name="Google Shape;2040;p40"/>
          <p:cNvSpPr txBox="1"/>
          <p:nvPr/>
        </p:nvSpPr>
        <p:spPr>
          <a:xfrm>
            <a:off x="4585700" y="2249813"/>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Barlow Semi Condensed"/>
                <a:ea typeface="Barlow Semi Condensed"/>
                <a:cs typeface="Barlow Semi Condensed"/>
                <a:sym typeface="Barlow Semi Condensed"/>
              </a:rPr>
              <a:t>Documentation</a:t>
            </a:r>
            <a:endParaRPr>
              <a:solidFill>
                <a:schemeClr val="accent1"/>
              </a:solidFill>
            </a:endParaRPr>
          </a:p>
        </p:txBody>
      </p:sp>
      <p:pic>
        <p:nvPicPr>
          <p:cNvPr id="2041" name="Google Shape;2041;p40"/>
          <p:cNvPicPr preferRelativeResize="0"/>
          <p:nvPr/>
        </p:nvPicPr>
        <p:blipFill>
          <a:blip r:embed="rId3">
            <a:alphaModFix/>
          </a:blip>
          <a:stretch>
            <a:fillRect/>
          </a:stretch>
        </p:blipFill>
        <p:spPr>
          <a:xfrm>
            <a:off x="4286000" y="2879675"/>
            <a:ext cx="4554326" cy="1968924"/>
          </a:xfrm>
          <a:prstGeom prst="rect">
            <a:avLst/>
          </a:prstGeom>
          <a:noFill/>
          <a:ln>
            <a:noFill/>
          </a:ln>
        </p:spPr>
      </p:pic>
      <p:sp>
        <p:nvSpPr>
          <p:cNvPr id="2042" name="Google Shape;2042;p40"/>
          <p:cNvSpPr txBox="1"/>
          <p:nvPr/>
        </p:nvSpPr>
        <p:spPr>
          <a:xfrm>
            <a:off x="914900" y="2586275"/>
            <a:ext cx="3390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Barlow Semi Condensed"/>
                <a:ea typeface="Barlow Semi Condensed"/>
                <a:cs typeface="Barlow Semi Condensed"/>
                <a:sym typeface="Barlow Semi Condensed"/>
              </a:rPr>
              <a:t>The Design Person </a:t>
            </a:r>
            <a:endParaRPr/>
          </a:p>
        </p:txBody>
      </p:sp>
      <p:pic>
        <p:nvPicPr>
          <p:cNvPr id="2043" name="Google Shape;2043;p40"/>
          <p:cNvPicPr preferRelativeResize="0"/>
          <p:nvPr/>
        </p:nvPicPr>
        <p:blipFill>
          <a:blip r:embed="rId4">
            <a:alphaModFix/>
          </a:blip>
          <a:stretch>
            <a:fillRect/>
          </a:stretch>
        </p:blipFill>
        <p:spPr>
          <a:xfrm>
            <a:off x="4931625" y="830600"/>
            <a:ext cx="1981200" cy="1419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7" name="Shape 2047"/>
        <p:cNvGrpSpPr/>
        <p:nvPr/>
      </p:nvGrpSpPr>
      <p:grpSpPr>
        <a:xfrm>
          <a:off x="0" y="0"/>
          <a:ext cx="0" cy="0"/>
          <a:chOff x="0" y="0"/>
          <a:chExt cx="0" cy="0"/>
        </a:xfrm>
      </p:grpSpPr>
      <p:sp>
        <p:nvSpPr>
          <p:cNvPr id="2048" name="Google Shape;2048;p41"/>
          <p:cNvSpPr txBox="1"/>
          <p:nvPr>
            <p:ph type="title"/>
          </p:nvPr>
        </p:nvSpPr>
        <p:spPr>
          <a:xfrm>
            <a:off x="2825496" y="704088"/>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Entities, DAOs, etc</a:t>
            </a:r>
            <a:endParaRPr/>
          </a:p>
        </p:txBody>
      </p:sp>
      <p:sp>
        <p:nvSpPr>
          <p:cNvPr id="2049" name="Google Shape;2049;p41"/>
          <p:cNvSpPr txBox="1"/>
          <p:nvPr>
            <p:ph idx="1" type="subTitle"/>
          </p:nvPr>
        </p:nvSpPr>
        <p:spPr>
          <a:xfrm>
            <a:off x="2825496" y="1225296"/>
            <a:ext cx="34839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Worked on the backend for the project!</a:t>
            </a:r>
            <a:endParaRPr/>
          </a:p>
          <a:p>
            <a:pPr indent="0" lvl="0" marL="0" rtl="0" algn="ctr">
              <a:spcBef>
                <a:spcPts val="0"/>
              </a:spcBef>
              <a:spcAft>
                <a:spcPts val="0"/>
              </a:spcAft>
              <a:buNone/>
            </a:pPr>
            <a:r>
              <a:rPr lang="en"/>
              <a:t>Learn</a:t>
            </a:r>
            <a:r>
              <a:rPr lang="en"/>
              <a:t>ed TypeScript</a:t>
            </a:r>
            <a:endParaRPr/>
          </a:p>
        </p:txBody>
      </p:sp>
      <p:sp>
        <p:nvSpPr>
          <p:cNvPr id="2050" name="Google Shape;2050;p41"/>
          <p:cNvSpPr txBox="1"/>
          <p:nvPr>
            <p:ph idx="2" type="title"/>
          </p:nvPr>
        </p:nvSpPr>
        <p:spPr>
          <a:xfrm>
            <a:off x="2825496" y="2185416"/>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Pagination</a:t>
            </a:r>
            <a:endParaRPr sz="5200"/>
          </a:p>
        </p:txBody>
      </p:sp>
      <p:sp>
        <p:nvSpPr>
          <p:cNvPr id="2051" name="Google Shape;2051;p41"/>
          <p:cNvSpPr txBox="1"/>
          <p:nvPr>
            <p:ph idx="3" type="subTitle"/>
          </p:nvPr>
        </p:nvSpPr>
        <p:spPr>
          <a:xfrm>
            <a:off x="2331100" y="2697475"/>
            <a:ext cx="44727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Created oodles of noodles of pagination APIs	</a:t>
            </a:r>
            <a:endParaRPr/>
          </a:p>
        </p:txBody>
      </p:sp>
      <p:sp>
        <p:nvSpPr>
          <p:cNvPr id="2052" name="Google Shape;2052;p41"/>
          <p:cNvSpPr txBox="1"/>
          <p:nvPr>
            <p:ph idx="4" type="title"/>
          </p:nvPr>
        </p:nvSpPr>
        <p:spPr>
          <a:xfrm>
            <a:off x="2825496" y="3648456"/>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Sprint Docs</a:t>
            </a:r>
            <a:endParaRPr/>
          </a:p>
        </p:txBody>
      </p:sp>
      <p:sp>
        <p:nvSpPr>
          <p:cNvPr id="2053" name="Google Shape;2053;p41"/>
          <p:cNvSpPr txBox="1"/>
          <p:nvPr>
            <p:ph idx="5" type="subTitle"/>
          </p:nvPr>
        </p:nvSpPr>
        <p:spPr>
          <a:xfrm>
            <a:off x="2418250" y="4169650"/>
            <a:ext cx="42984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Proofread sprint documents</a:t>
            </a:r>
            <a:endParaRPr/>
          </a:p>
        </p:txBody>
      </p:sp>
      <p:sp>
        <p:nvSpPr>
          <p:cNvPr id="2054" name="Google Shape;2054;p41"/>
          <p:cNvSpPr txBox="1"/>
          <p:nvPr>
            <p:ph idx="4294967295" type="title"/>
          </p:nvPr>
        </p:nvSpPr>
        <p:spPr>
          <a:xfrm>
            <a:off x="516596" y="327975"/>
            <a:ext cx="5528700" cy="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Akira</a:t>
            </a:r>
            <a:endParaRPr/>
          </a:p>
        </p:txBody>
      </p:sp>
      <p:sp>
        <p:nvSpPr>
          <p:cNvPr id="2055" name="Google Shape;2055;p41"/>
          <p:cNvSpPr txBox="1"/>
          <p:nvPr/>
        </p:nvSpPr>
        <p:spPr>
          <a:xfrm>
            <a:off x="516600" y="809400"/>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5"/>
                </a:solidFill>
                <a:latin typeface="Barlow Semi Condensed"/>
                <a:ea typeface="Barlow Semi Condensed"/>
                <a:cs typeface="Barlow Semi Condensed"/>
                <a:sym typeface="Barlow Semi Condensed"/>
              </a:rPr>
              <a:t>Pastor of Pagination</a:t>
            </a:r>
            <a:endParaRPr/>
          </a:p>
        </p:txBody>
      </p:sp>
      <p:pic>
        <p:nvPicPr>
          <p:cNvPr id="2056" name="Google Shape;2056;p41"/>
          <p:cNvPicPr preferRelativeResize="0"/>
          <p:nvPr/>
        </p:nvPicPr>
        <p:blipFill>
          <a:blip r:embed="rId3">
            <a:alphaModFix/>
          </a:blip>
          <a:stretch>
            <a:fillRect/>
          </a:stretch>
        </p:blipFill>
        <p:spPr>
          <a:xfrm>
            <a:off x="4364000" y="2827000"/>
            <a:ext cx="416000" cy="416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0" name="Shape 2060"/>
        <p:cNvGrpSpPr/>
        <p:nvPr/>
      </p:nvGrpSpPr>
      <p:grpSpPr>
        <a:xfrm>
          <a:off x="0" y="0"/>
          <a:ext cx="0" cy="0"/>
          <a:chOff x="0" y="0"/>
          <a:chExt cx="0" cy="0"/>
        </a:xfrm>
      </p:grpSpPr>
      <p:sp>
        <p:nvSpPr>
          <p:cNvPr id="2061" name="Google Shape;2061;p42"/>
          <p:cNvSpPr txBox="1"/>
          <p:nvPr>
            <p:ph type="title"/>
          </p:nvPr>
        </p:nvSpPr>
        <p:spPr>
          <a:xfrm>
            <a:off x="861862" y="1799387"/>
            <a:ext cx="3566100" cy="136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Jan</a:t>
            </a:r>
            <a:endParaRPr/>
          </a:p>
        </p:txBody>
      </p:sp>
      <p:sp>
        <p:nvSpPr>
          <p:cNvPr id="2062" name="Google Shape;2062;p42"/>
          <p:cNvSpPr txBox="1"/>
          <p:nvPr/>
        </p:nvSpPr>
        <p:spPr>
          <a:xfrm>
            <a:off x="1597000" y="3027775"/>
            <a:ext cx="2095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Barlow Semi Condensed"/>
                <a:ea typeface="Barlow Semi Condensed"/>
                <a:cs typeface="Barlow Semi Condensed"/>
                <a:sym typeface="Barlow Semi Condensed"/>
              </a:rPr>
              <a:t>Fullstack Developer</a:t>
            </a:r>
            <a:endParaRPr/>
          </a:p>
        </p:txBody>
      </p:sp>
      <p:pic>
        <p:nvPicPr>
          <p:cNvPr id="2063" name="Google Shape;2063;p42"/>
          <p:cNvPicPr preferRelativeResize="0"/>
          <p:nvPr/>
        </p:nvPicPr>
        <p:blipFill>
          <a:blip r:embed="rId3">
            <a:alphaModFix/>
          </a:blip>
          <a:stretch>
            <a:fillRect/>
          </a:stretch>
        </p:blipFill>
        <p:spPr>
          <a:xfrm>
            <a:off x="3203650" y="1541427"/>
            <a:ext cx="1523198" cy="856796"/>
          </a:xfrm>
          <a:prstGeom prst="rect">
            <a:avLst/>
          </a:prstGeom>
          <a:noFill/>
          <a:ln>
            <a:noFill/>
          </a:ln>
        </p:spPr>
      </p:pic>
      <p:pic>
        <p:nvPicPr>
          <p:cNvPr id="2064" name="Google Shape;2064;p42"/>
          <p:cNvPicPr preferRelativeResize="0"/>
          <p:nvPr/>
        </p:nvPicPr>
        <p:blipFill>
          <a:blip r:embed="rId4">
            <a:alphaModFix/>
          </a:blip>
          <a:stretch>
            <a:fillRect/>
          </a:stretch>
        </p:blipFill>
        <p:spPr>
          <a:xfrm>
            <a:off x="239875" y="2216963"/>
            <a:ext cx="983125" cy="983125"/>
          </a:xfrm>
          <a:prstGeom prst="rect">
            <a:avLst/>
          </a:prstGeom>
          <a:noFill/>
          <a:ln>
            <a:noFill/>
          </a:ln>
        </p:spPr>
      </p:pic>
      <p:pic>
        <p:nvPicPr>
          <p:cNvPr id="2065" name="Google Shape;2065;p42"/>
          <p:cNvPicPr preferRelativeResize="0"/>
          <p:nvPr/>
        </p:nvPicPr>
        <p:blipFill>
          <a:blip r:embed="rId5">
            <a:alphaModFix/>
          </a:blip>
          <a:stretch>
            <a:fillRect/>
          </a:stretch>
        </p:blipFill>
        <p:spPr>
          <a:xfrm>
            <a:off x="1688775" y="775627"/>
            <a:ext cx="1302125" cy="1302125"/>
          </a:xfrm>
          <a:prstGeom prst="rect">
            <a:avLst/>
          </a:prstGeom>
          <a:noFill/>
          <a:ln>
            <a:noFill/>
          </a:ln>
        </p:spPr>
      </p:pic>
      <p:pic>
        <p:nvPicPr>
          <p:cNvPr id="2066" name="Google Shape;2066;p42"/>
          <p:cNvPicPr preferRelativeResize="0"/>
          <p:nvPr/>
        </p:nvPicPr>
        <p:blipFill>
          <a:blip r:embed="rId6">
            <a:alphaModFix/>
          </a:blip>
          <a:stretch>
            <a:fillRect/>
          </a:stretch>
        </p:blipFill>
        <p:spPr>
          <a:xfrm>
            <a:off x="2441625" y="3960665"/>
            <a:ext cx="983125" cy="979862"/>
          </a:xfrm>
          <a:prstGeom prst="rect">
            <a:avLst/>
          </a:prstGeom>
          <a:noFill/>
          <a:ln>
            <a:noFill/>
          </a:ln>
        </p:spPr>
      </p:pic>
      <p:sp>
        <p:nvSpPr>
          <p:cNvPr id="2067" name="Google Shape;2067;p42"/>
          <p:cNvSpPr txBox="1"/>
          <p:nvPr/>
        </p:nvSpPr>
        <p:spPr>
          <a:xfrm>
            <a:off x="5006725" y="553588"/>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Barlow Semi Condensed"/>
                <a:ea typeface="Barlow Semi Condensed"/>
                <a:cs typeface="Barlow Semi Condensed"/>
                <a:sym typeface="Barlow Semi Condensed"/>
              </a:rPr>
              <a:t>Frontend Developer (Sprint 1-4)</a:t>
            </a:r>
            <a:endParaRPr>
              <a:solidFill>
                <a:schemeClr val="accent1"/>
              </a:solidFill>
            </a:endParaRPr>
          </a:p>
        </p:txBody>
      </p:sp>
      <p:sp>
        <p:nvSpPr>
          <p:cNvPr id="2068" name="Google Shape;2068;p42"/>
          <p:cNvSpPr txBox="1"/>
          <p:nvPr/>
        </p:nvSpPr>
        <p:spPr>
          <a:xfrm>
            <a:off x="5006725" y="2776350"/>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Barlow Semi Condensed"/>
                <a:ea typeface="Barlow Semi Condensed"/>
                <a:cs typeface="Barlow Semi Condensed"/>
                <a:sym typeface="Barlow Semi Condensed"/>
              </a:rPr>
              <a:t>Backend</a:t>
            </a:r>
            <a:r>
              <a:rPr lang="en" sz="1800">
                <a:solidFill>
                  <a:schemeClr val="accent1"/>
                </a:solidFill>
                <a:latin typeface="Barlow Semi Condensed"/>
                <a:ea typeface="Barlow Semi Condensed"/>
                <a:cs typeface="Barlow Semi Condensed"/>
                <a:sym typeface="Barlow Semi Condensed"/>
              </a:rPr>
              <a:t> Developer (Sprint 3 &amp; 4)</a:t>
            </a:r>
            <a:endParaRPr>
              <a:solidFill>
                <a:schemeClr val="accent1"/>
              </a:solidFill>
            </a:endParaRPr>
          </a:p>
        </p:txBody>
      </p:sp>
      <p:sp>
        <p:nvSpPr>
          <p:cNvPr id="2069" name="Google Shape;2069;p42"/>
          <p:cNvSpPr txBox="1"/>
          <p:nvPr/>
        </p:nvSpPr>
        <p:spPr>
          <a:xfrm>
            <a:off x="5101625" y="950113"/>
            <a:ext cx="3390600" cy="1662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Discussion Board UI (post pagination, creating replies, tags)</a:t>
            </a:r>
            <a:endParaRPr sz="1600">
              <a:solidFill>
                <a:schemeClr val="dk1"/>
              </a:solidFill>
              <a:latin typeface="Barlow Semi Condensed"/>
              <a:ea typeface="Barlow Semi Condensed"/>
              <a:cs typeface="Barlow Semi Condensed"/>
              <a:sym typeface="Barlow Semi Condensed"/>
            </a:endParaRPr>
          </a:p>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Individual Profile UI (activity, profile layout)</a:t>
            </a:r>
            <a:endParaRPr sz="1600">
              <a:solidFill>
                <a:schemeClr val="dk1"/>
              </a:solidFill>
              <a:latin typeface="Barlow Semi Condensed"/>
              <a:ea typeface="Barlow Semi Condensed"/>
              <a:cs typeface="Barlow Semi Condensed"/>
              <a:sym typeface="Barlow Semi Condensed"/>
            </a:endParaRPr>
          </a:p>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Assignment UI (View submission pagination)</a:t>
            </a:r>
            <a:endParaRPr sz="1600">
              <a:solidFill>
                <a:schemeClr val="dk1"/>
              </a:solidFill>
              <a:latin typeface="Barlow Semi Condensed"/>
              <a:ea typeface="Barlow Semi Condensed"/>
              <a:cs typeface="Barlow Semi Condensed"/>
              <a:sym typeface="Barlow Semi Condensed"/>
            </a:endParaRPr>
          </a:p>
        </p:txBody>
      </p:sp>
      <p:sp>
        <p:nvSpPr>
          <p:cNvPr id="2070" name="Google Shape;2070;p42"/>
          <p:cNvSpPr txBox="1"/>
          <p:nvPr/>
        </p:nvSpPr>
        <p:spPr>
          <a:xfrm>
            <a:off x="5101625" y="3238050"/>
            <a:ext cx="33906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Converting in-memory DAOs into MongoDB DAOs</a:t>
            </a:r>
            <a:endParaRPr sz="1600">
              <a:solidFill>
                <a:schemeClr val="dk1"/>
              </a:solidFill>
              <a:latin typeface="Barlow Semi Condensed"/>
              <a:ea typeface="Barlow Semi Condensed"/>
              <a:cs typeface="Barlow Semi Condensed"/>
              <a:sym typeface="Barlow Semi Condensed"/>
            </a:endParaRPr>
          </a:p>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Writing API endpoints for submissions</a:t>
            </a:r>
            <a:endParaRPr sz="1600">
              <a:solidFill>
                <a:schemeClr val="dk1"/>
              </a:solidFill>
              <a:latin typeface="Barlow Semi Condensed"/>
              <a:ea typeface="Barlow Semi Condensed"/>
              <a:cs typeface="Barlow Semi Condensed"/>
              <a:sym typeface="Barlow Semi Condense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4" name="Shape 2074"/>
        <p:cNvGrpSpPr/>
        <p:nvPr/>
      </p:nvGrpSpPr>
      <p:grpSpPr>
        <a:xfrm>
          <a:off x="0" y="0"/>
          <a:ext cx="0" cy="0"/>
          <a:chOff x="0" y="0"/>
          <a:chExt cx="0" cy="0"/>
        </a:xfrm>
      </p:grpSpPr>
      <p:sp>
        <p:nvSpPr>
          <p:cNvPr id="2075" name="Google Shape;2075;p43"/>
          <p:cNvSpPr txBox="1"/>
          <p:nvPr>
            <p:ph type="title"/>
          </p:nvPr>
        </p:nvSpPr>
        <p:spPr>
          <a:xfrm>
            <a:off x="2825496" y="704088"/>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Authentication</a:t>
            </a:r>
            <a:endParaRPr/>
          </a:p>
        </p:txBody>
      </p:sp>
      <p:sp>
        <p:nvSpPr>
          <p:cNvPr id="2076" name="Google Shape;2076;p43"/>
          <p:cNvSpPr txBox="1"/>
          <p:nvPr>
            <p:ph idx="1" type="subTitle"/>
          </p:nvPr>
        </p:nvSpPr>
        <p:spPr>
          <a:xfrm>
            <a:off x="2761150" y="1225300"/>
            <a:ext cx="36126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Created Express middleware which authenticates incoming requests using JWT cookies.</a:t>
            </a:r>
            <a:endParaRPr/>
          </a:p>
        </p:txBody>
      </p:sp>
      <p:sp>
        <p:nvSpPr>
          <p:cNvPr id="2077" name="Google Shape;2077;p43"/>
          <p:cNvSpPr txBox="1"/>
          <p:nvPr>
            <p:ph idx="2" type="title"/>
          </p:nvPr>
        </p:nvSpPr>
        <p:spPr>
          <a:xfrm>
            <a:off x="2825496" y="2185416"/>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File Uploads</a:t>
            </a:r>
            <a:endParaRPr sz="5200"/>
          </a:p>
        </p:txBody>
      </p:sp>
      <p:sp>
        <p:nvSpPr>
          <p:cNvPr id="2078" name="Google Shape;2078;p43"/>
          <p:cNvSpPr txBox="1"/>
          <p:nvPr>
            <p:ph idx="3" type="subTitle"/>
          </p:nvPr>
        </p:nvSpPr>
        <p:spPr>
          <a:xfrm>
            <a:off x="2422800" y="2697475"/>
            <a:ext cx="42984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Implemented saving user uploaded files locally and eventually on a MongoDB server.</a:t>
            </a:r>
            <a:endParaRPr/>
          </a:p>
        </p:txBody>
      </p:sp>
      <p:sp>
        <p:nvSpPr>
          <p:cNvPr id="2079" name="Google Shape;2079;p43"/>
          <p:cNvSpPr txBox="1"/>
          <p:nvPr>
            <p:ph idx="4" type="title"/>
          </p:nvPr>
        </p:nvSpPr>
        <p:spPr>
          <a:xfrm>
            <a:off x="2825496" y="3648456"/>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Testing &amp; CI</a:t>
            </a:r>
            <a:endParaRPr/>
          </a:p>
        </p:txBody>
      </p:sp>
      <p:sp>
        <p:nvSpPr>
          <p:cNvPr id="2080" name="Google Shape;2080;p43"/>
          <p:cNvSpPr txBox="1"/>
          <p:nvPr>
            <p:ph idx="5" type="subTitle"/>
          </p:nvPr>
        </p:nvSpPr>
        <p:spPr>
          <a:xfrm>
            <a:off x="2594250" y="4169650"/>
            <a:ext cx="39555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Set up ESLint, Jest, and GitHub Actions to maintain code quality.</a:t>
            </a:r>
            <a:endParaRPr/>
          </a:p>
        </p:txBody>
      </p:sp>
      <p:sp>
        <p:nvSpPr>
          <p:cNvPr id="2081" name="Google Shape;2081;p43"/>
          <p:cNvSpPr txBox="1"/>
          <p:nvPr>
            <p:ph idx="4294967295" type="title"/>
          </p:nvPr>
        </p:nvSpPr>
        <p:spPr>
          <a:xfrm>
            <a:off x="516596" y="327975"/>
            <a:ext cx="5528700" cy="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Hai Yang</a:t>
            </a:r>
            <a:endParaRPr/>
          </a:p>
        </p:txBody>
      </p:sp>
      <p:pic>
        <p:nvPicPr>
          <p:cNvPr id="2082" name="Google Shape;2082;p43"/>
          <p:cNvPicPr preferRelativeResize="0"/>
          <p:nvPr/>
        </p:nvPicPr>
        <p:blipFill>
          <a:blip r:embed="rId3">
            <a:alphaModFix/>
          </a:blip>
          <a:stretch>
            <a:fillRect/>
          </a:stretch>
        </p:blipFill>
        <p:spPr>
          <a:xfrm>
            <a:off x="668999" y="940575"/>
            <a:ext cx="933496" cy="612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6" name="Shape 2086"/>
        <p:cNvGrpSpPr/>
        <p:nvPr/>
      </p:nvGrpSpPr>
      <p:grpSpPr>
        <a:xfrm>
          <a:off x="0" y="0"/>
          <a:ext cx="0" cy="0"/>
          <a:chOff x="0" y="0"/>
          <a:chExt cx="0" cy="0"/>
        </a:xfrm>
      </p:grpSpPr>
      <p:sp>
        <p:nvSpPr>
          <p:cNvPr id="2087" name="Google Shape;2087;p44"/>
          <p:cNvSpPr txBox="1"/>
          <p:nvPr>
            <p:ph type="title"/>
          </p:nvPr>
        </p:nvSpPr>
        <p:spPr>
          <a:xfrm>
            <a:off x="885787" y="1602550"/>
            <a:ext cx="3566100" cy="136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Catherine</a:t>
            </a:r>
            <a:endParaRPr/>
          </a:p>
        </p:txBody>
      </p:sp>
      <p:sp>
        <p:nvSpPr>
          <p:cNvPr id="2088" name="Google Shape;2088;p44"/>
          <p:cNvSpPr txBox="1"/>
          <p:nvPr/>
        </p:nvSpPr>
        <p:spPr>
          <a:xfrm>
            <a:off x="973525" y="2802063"/>
            <a:ext cx="3390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5"/>
                </a:solidFill>
                <a:latin typeface="Barlow Semi Condensed"/>
                <a:ea typeface="Barlow Semi Condensed"/>
                <a:cs typeface="Barlow Semi Condensed"/>
                <a:sym typeface="Barlow Semi Condensed"/>
              </a:rPr>
              <a:t>Fifth order ignorant?</a:t>
            </a:r>
            <a:endParaRPr sz="1800">
              <a:solidFill>
                <a:schemeClr val="accent5"/>
              </a:solidFill>
              <a:latin typeface="Barlow Semi Condensed"/>
              <a:ea typeface="Barlow Semi Condensed"/>
              <a:cs typeface="Barlow Semi Condensed"/>
              <a:sym typeface="Barlow Semi Condensed"/>
            </a:endParaRPr>
          </a:p>
          <a:p>
            <a:pPr indent="0" lvl="0" marL="0" rtl="0" algn="ctr">
              <a:spcBef>
                <a:spcPts val="0"/>
              </a:spcBef>
              <a:spcAft>
                <a:spcPts val="0"/>
              </a:spcAft>
              <a:buNone/>
            </a:pPr>
            <a:r>
              <a:rPr lang="en" sz="1800">
                <a:solidFill>
                  <a:schemeClr val="accent5"/>
                </a:solidFill>
                <a:latin typeface="Barlow Semi Condensed"/>
                <a:ea typeface="Barlow Semi Condensed"/>
                <a:cs typeface="Barlow Semi Condensed"/>
                <a:sym typeface="Barlow Semi Condensed"/>
              </a:rPr>
              <a:t>More like backend ignorant.</a:t>
            </a:r>
            <a:endParaRPr/>
          </a:p>
        </p:txBody>
      </p:sp>
      <p:sp>
        <p:nvSpPr>
          <p:cNvPr id="2089" name="Google Shape;2089;p44"/>
          <p:cNvSpPr txBox="1"/>
          <p:nvPr/>
        </p:nvSpPr>
        <p:spPr>
          <a:xfrm>
            <a:off x="4939600" y="570875"/>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Barlow Semi Condensed"/>
                <a:ea typeface="Barlow Semi Condensed"/>
                <a:cs typeface="Barlow Semi Condensed"/>
                <a:sym typeface="Barlow Semi Condensed"/>
              </a:rPr>
              <a:t>Frontend Developer</a:t>
            </a:r>
            <a:endParaRPr>
              <a:solidFill>
                <a:schemeClr val="accent1"/>
              </a:solidFill>
            </a:endParaRPr>
          </a:p>
        </p:txBody>
      </p:sp>
      <p:sp>
        <p:nvSpPr>
          <p:cNvPr id="2090" name="Google Shape;2090;p44"/>
          <p:cNvSpPr txBox="1"/>
          <p:nvPr/>
        </p:nvSpPr>
        <p:spPr>
          <a:xfrm>
            <a:off x="5034500" y="967400"/>
            <a:ext cx="3390600" cy="2154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Editing Profile UI (editing names, bio, job)</a:t>
            </a:r>
            <a:endParaRPr sz="1600">
              <a:solidFill>
                <a:schemeClr val="dk1"/>
              </a:solidFill>
              <a:latin typeface="Barlow Semi Condensed"/>
              <a:ea typeface="Barlow Semi Condensed"/>
              <a:cs typeface="Barlow Semi Condensed"/>
              <a:sym typeface="Barlow Semi Condensed"/>
            </a:endParaRPr>
          </a:p>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New Role Request UI</a:t>
            </a:r>
            <a:endParaRPr sz="1600">
              <a:solidFill>
                <a:schemeClr val="dk1"/>
              </a:solidFill>
              <a:latin typeface="Barlow Semi Condensed"/>
              <a:ea typeface="Barlow Semi Condensed"/>
              <a:cs typeface="Barlow Semi Condensed"/>
              <a:sym typeface="Barlow Semi Condensed"/>
            </a:endParaRPr>
          </a:p>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Admin’s Role Promotion UI</a:t>
            </a:r>
            <a:endParaRPr sz="1600">
              <a:solidFill>
                <a:schemeClr val="dk1"/>
              </a:solidFill>
              <a:latin typeface="Barlow Semi Condensed"/>
              <a:ea typeface="Barlow Semi Condensed"/>
              <a:cs typeface="Barlow Semi Condensed"/>
              <a:sym typeface="Barlow Semi Condensed"/>
            </a:endParaRPr>
          </a:p>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Assignment Creation UI (includes file upload)</a:t>
            </a:r>
            <a:endParaRPr sz="1600">
              <a:solidFill>
                <a:schemeClr val="dk1"/>
              </a:solidFill>
              <a:latin typeface="Barlow Semi Condensed"/>
              <a:ea typeface="Barlow Semi Condensed"/>
              <a:cs typeface="Barlow Semi Condensed"/>
              <a:sym typeface="Barlow Semi Condensed"/>
            </a:endParaRPr>
          </a:p>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Assignment Feedback UI (marks and feedback)</a:t>
            </a:r>
            <a:endParaRPr sz="1600">
              <a:solidFill>
                <a:schemeClr val="dk1"/>
              </a:solidFill>
              <a:latin typeface="Barlow Semi Condensed"/>
              <a:ea typeface="Barlow Semi Condensed"/>
              <a:cs typeface="Barlow Semi Condensed"/>
              <a:sym typeface="Barlow Semi Condensed"/>
            </a:endParaRPr>
          </a:p>
        </p:txBody>
      </p:sp>
      <p:sp>
        <p:nvSpPr>
          <p:cNvPr id="2091" name="Google Shape;2091;p44"/>
          <p:cNvSpPr txBox="1"/>
          <p:nvPr/>
        </p:nvSpPr>
        <p:spPr>
          <a:xfrm>
            <a:off x="5034500" y="3254325"/>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latin typeface="Barlow Semi Condensed"/>
                <a:ea typeface="Barlow Semi Condensed"/>
                <a:cs typeface="Barlow Semi Condensed"/>
                <a:sym typeface="Barlow Semi Condensed"/>
              </a:rPr>
              <a:t>PR reviewing</a:t>
            </a:r>
            <a:endParaRPr>
              <a:solidFill>
                <a:schemeClr val="accent1"/>
              </a:solidFill>
            </a:endParaRPr>
          </a:p>
        </p:txBody>
      </p:sp>
      <p:sp>
        <p:nvSpPr>
          <p:cNvPr id="2092" name="Google Shape;2092;p44"/>
          <p:cNvSpPr txBox="1"/>
          <p:nvPr/>
        </p:nvSpPr>
        <p:spPr>
          <a:xfrm>
            <a:off x="5129400" y="3650850"/>
            <a:ext cx="3390600" cy="4311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Barlow Semi Condensed"/>
              <a:buChar char="●"/>
            </a:pPr>
            <a:r>
              <a:rPr lang="en" sz="1600">
                <a:solidFill>
                  <a:schemeClr val="dk1"/>
                </a:solidFill>
                <a:latin typeface="Barlow Semi Condensed"/>
                <a:ea typeface="Barlow Semi Condensed"/>
                <a:cs typeface="Barlow Semi Condensed"/>
                <a:sym typeface="Barlow Semi Condensed"/>
              </a:rPr>
              <a:t>Reviewed front end PRs</a:t>
            </a:r>
            <a:endParaRPr sz="1600">
              <a:solidFill>
                <a:schemeClr val="dk1"/>
              </a:solidFill>
              <a:latin typeface="Barlow Semi Condensed"/>
              <a:ea typeface="Barlow Semi Condensed"/>
              <a:cs typeface="Barlow Semi Condensed"/>
              <a:sym typeface="Barlow Semi Condense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6" name="Shape 2096"/>
        <p:cNvGrpSpPr/>
        <p:nvPr/>
      </p:nvGrpSpPr>
      <p:grpSpPr>
        <a:xfrm>
          <a:off x="0" y="0"/>
          <a:ext cx="0" cy="0"/>
          <a:chOff x="0" y="0"/>
          <a:chExt cx="0" cy="0"/>
        </a:xfrm>
      </p:grpSpPr>
      <p:sp>
        <p:nvSpPr>
          <p:cNvPr id="2097" name="Google Shape;2097;p45"/>
          <p:cNvSpPr txBox="1"/>
          <p:nvPr>
            <p:ph type="title"/>
          </p:nvPr>
        </p:nvSpPr>
        <p:spPr>
          <a:xfrm>
            <a:off x="2825496" y="704088"/>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Full Stack</a:t>
            </a:r>
            <a:endParaRPr/>
          </a:p>
        </p:txBody>
      </p:sp>
      <p:sp>
        <p:nvSpPr>
          <p:cNvPr id="2098" name="Google Shape;2098;p45"/>
          <p:cNvSpPr txBox="1"/>
          <p:nvPr>
            <p:ph idx="1" type="subTitle"/>
          </p:nvPr>
        </p:nvSpPr>
        <p:spPr>
          <a:xfrm>
            <a:off x="2825496" y="1225296"/>
            <a:ext cx="34839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Worked on the frontend pagination pages</a:t>
            </a:r>
            <a:endParaRPr/>
          </a:p>
          <a:p>
            <a:pPr indent="0" lvl="0" marL="0" rtl="0" algn="ctr">
              <a:spcBef>
                <a:spcPts val="0"/>
              </a:spcBef>
              <a:spcAft>
                <a:spcPts val="0"/>
              </a:spcAft>
              <a:buNone/>
            </a:pPr>
            <a:r>
              <a:rPr lang="en"/>
              <a:t>Worked on the backend APIs</a:t>
            </a:r>
            <a:endParaRPr/>
          </a:p>
        </p:txBody>
      </p:sp>
      <p:sp>
        <p:nvSpPr>
          <p:cNvPr id="2099" name="Google Shape;2099;p45"/>
          <p:cNvSpPr txBox="1"/>
          <p:nvPr>
            <p:ph idx="2" type="title"/>
          </p:nvPr>
        </p:nvSpPr>
        <p:spPr>
          <a:xfrm>
            <a:off x="2825496" y="2185416"/>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MongoDB</a:t>
            </a:r>
            <a:endParaRPr sz="5200"/>
          </a:p>
        </p:txBody>
      </p:sp>
      <p:sp>
        <p:nvSpPr>
          <p:cNvPr id="2100" name="Google Shape;2100;p45"/>
          <p:cNvSpPr txBox="1"/>
          <p:nvPr>
            <p:ph idx="3" type="subTitle"/>
          </p:nvPr>
        </p:nvSpPr>
        <p:spPr>
          <a:xfrm>
            <a:off x="2331100" y="2697475"/>
            <a:ext cx="44727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Helped transition from in-memory to MongoDB</a:t>
            </a:r>
            <a:endParaRPr/>
          </a:p>
        </p:txBody>
      </p:sp>
      <p:sp>
        <p:nvSpPr>
          <p:cNvPr id="2101" name="Google Shape;2101;p45"/>
          <p:cNvSpPr txBox="1"/>
          <p:nvPr>
            <p:ph idx="4" type="title"/>
          </p:nvPr>
        </p:nvSpPr>
        <p:spPr>
          <a:xfrm>
            <a:off x="2825496" y="3648456"/>
            <a:ext cx="3483900" cy="56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Presentations</a:t>
            </a:r>
            <a:endParaRPr/>
          </a:p>
        </p:txBody>
      </p:sp>
      <p:sp>
        <p:nvSpPr>
          <p:cNvPr id="2102" name="Google Shape;2102;p45"/>
          <p:cNvSpPr txBox="1"/>
          <p:nvPr>
            <p:ph idx="5" type="subTitle"/>
          </p:nvPr>
        </p:nvSpPr>
        <p:spPr>
          <a:xfrm>
            <a:off x="2418250" y="4169650"/>
            <a:ext cx="4298400" cy="274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Yeah, I code </a:t>
            </a:r>
            <a:r>
              <a:rPr i="1" lang="en"/>
              <a:t>and</a:t>
            </a:r>
            <a:r>
              <a:rPr lang="en"/>
              <a:t> talk</a:t>
            </a:r>
            <a:endParaRPr/>
          </a:p>
        </p:txBody>
      </p:sp>
      <p:sp>
        <p:nvSpPr>
          <p:cNvPr id="2103" name="Google Shape;2103;p45"/>
          <p:cNvSpPr txBox="1"/>
          <p:nvPr>
            <p:ph idx="4294967295" type="title"/>
          </p:nvPr>
        </p:nvSpPr>
        <p:spPr>
          <a:xfrm>
            <a:off x="516597" y="327975"/>
            <a:ext cx="2148900" cy="6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 Lam</a:t>
            </a:r>
            <a:endParaRPr/>
          </a:p>
        </p:txBody>
      </p:sp>
      <p:sp>
        <p:nvSpPr>
          <p:cNvPr id="2104" name="Google Shape;2104;p45"/>
          <p:cNvSpPr txBox="1"/>
          <p:nvPr/>
        </p:nvSpPr>
        <p:spPr>
          <a:xfrm>
            <a:off x="516600" y="809400"/>
            <a:ext cx="33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5"/>
                </a:solidFill>
                <a:latin typeface="Barlow Semi Condensed"/>
                <a:ea typeface="Barlow Semi Condensed"/>
                <a:cs typeface="Barlow Semi Condensed"/>
                <a:sym typeface="Barlow Semi Condensed"/>
              </a:rPr>
              <a:t>Ethan Lam</a:t>
            </a:r>
            <a:endParaRPr sz="1800">
              <a:solidFill>
                <a:schemeClr val="accent5"/>
              </a:solidFill>
              <a:latin typeface="Barlow Semi Condensed"/>
              <a:ea typeface="Barlow Semi Condensed"/>
              <a:cs typeface="Barlow Semi Condensed"/>
              <a:sym typeface="Barlow Semi Condensed"/>
            </a:endParaRPr>
          </a:p>
        </p:txBody>
      </p:sp>
      <p:sp>
        <p:nvSpPr>
          <p:cNvPr id="2105" name="Google Shape;2105;p45"/>
          <p:cNvSpPr txBox="1"/>
          <p:nvPr>
            <p:ph idx="4294967295" type="title"/>
          </p:nvPr>
        </p:nvSpPr>
        <p:spPr>
          <a:xfrm>
            <a:off x="516596" y="1194100"/>
            <a:ext cx="856500" cy="33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900"/>
              <a:t>Ethan Lam</a:t>
            </a:r>
            <a:endParaRPr sz="900"/>
          </a:p>
        </p:txBody>
      </p:sp>
      <p:sp>
        <p:nvSpPr>
          <p:cNvPr id="2106" name="Google Shape;2106;p45"/>
          <p:cNvSpPr txBox="1"/>
          <p:nvPr/>
        </p:nvSpPr>
        <p:spPr>
          <a:xfrm>
            <a:off x="516600" y="1454925"/>
            <a:ext cx="7404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chemeClr val="accent5"/>
                </a:solidFill>
                <a:latin typeface="Barlow Semi Condensed"/>
                <a:ea typeface="Barlow Semi Condensed"/>
                <a:cs typeface="Barlow Semi Condensed"/>
                <a:sym typeface="Barlow Semi Condensed"/>
              </a:rPr>
              <a:t>Ethan Lam</a:t>
            </a:r>
            <a:endParaRPr sz="600">
              <a:solidFill>
                <a:schemeClr val="accent5"/>
              </a:solidFill>
              <a:latin typeface="Barlow Semi Condensed"/>
              <a:ea typeface="Barlow Semi Condensed"/>
              <a:cs typeface="Barlow Semi Condensed"/>
              <a:sym typeface="Barlow Semi Condense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46"/>
          <p:cNvSpPr txBox="1"/>
          <p:nvPr>
            <p:ph type="title"/>
          </p:nvPr>
        </p:nvSpPr>
        <p:spPr>
          <a:xfrm>
            <a:off x="2624328" y="1620753"/>
            <a:ext cx="3904500" cy="190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Live Demo</a:t>
            </a:r>
            <a:endParaRPr sz="4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47"/>
          <p:cNvSpPr txBox="1"/>
          <p:nvPr>
            <p:ph type="title"/>
          </p:nvPr>
        </p:nvSpPr>
        <p:spPr>
          <a:xfrm>
            <a:off x="2971800" y="2231136"/>
            <a:ext cx="32004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t>Our Process</a:t>
            </a:r>
            <a:endParaRPr sz="4700"/>
          </a:p>
        </p:txBody>
      </p:sp>
      <p:sp>
        <p:nvSpPr>
          <p:cNvPr id="2117" name="Google Shape;2117;p47"/>
          <p:cNvSpPr txBox="1"/>
          <p:nvPr>
            <p:ph idx="2" type="title"/>
          </p:nvPr>
        </p:nvSpPr>
        <p:spPr>
          <a:xfrm>
            <a:off x="2971800" y="1161288"/>
            <a:ext cx="2967600" cy="106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118" name="Google Shape;2118;p47"/>
          <p:cNvSpPr txBox="1"/>
          <p:nvPr>
            <p:ph idx="1" type="subTitle"/>
          </p:nvPr>
        </p:nvSpPr>
        <p:spPr>
          <a:xfrm>
            <a:off x="2973225" y="2999232"/>
            <a:ext cx="32004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Try, Learn, Try again</a:t>
            </a:r>
            <a:endParaRPr sz="2300">
              <a:latin typeface="Barlow Semi Condensed"/>
              <a:ea typeface="Barlow Semi Condensed"/>
              <a:cs typeface="Barlow Semi Condensed"/>
              <a:sym typeface="Barlow Semi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2" name="Shape 2122"/>
        <p:cNvGrpSpPr/>
        <p:nvPr/>
      </p:nvGrpSpPr>
      <p:grpSpPr>
        <a:xfrm>
          <a:off x="0" y="0"/>
          <a:ext cx="0" cy="0"/>
          <a:chOff x="0" y="0"/>
          <a:chExt cx="0" cy="0"/>
        </a:xfrm>
      </p:grpSpPr>
      <p:sp>
        <p:nvSpPr>
          <p:cNvPr id="2123" name="Google Shape;2123;p48"/>
          <p:cNvSpPr txBox="1"/>
          <p:nvPr>
            <p:ph type="title"/>
          </p:nvPr>
        </p:nvSpPr>
        <p:spPr>
          <a:xfrm>
            <a:off x="1783047" y="286478"/>
            <a:ext cx="5577900" cy="59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Communication</a:t>
            </a:r>
            <a:endParaRPr/>
          </a:p>
        </p:txBody>
      </p:sp>
      <p:sp>
        <p:nvSpPr>
          <p:cNvPr id="2124" name="Google Shape;2124;p48"/>
          <p:cNvSpPr txBox="1"/>
          <p:nvPr>
            <p:ph idx="1" type="subTitle"/>
          </p:nvPr>
        </p:nvSpPr>
        <p:spPr>
          <a:xfrm>
            <a:off x="3802351" y="1980241"/>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Standups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125" name="Google Shape;2125;p48"/>
          <p:cNvSpPr txBox="1"/>
          <p:nvPr>
            <p:ph idx="2" type="subTitle"/>
          </p:nvPr>
        </p:nvSpPr>
        <p:spPr>
          <a:xfrm>
            <a:off x="915849" y="1973425"/>
            <a:ext cx="21978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Discord</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126" name="Google Shape;2126;p48"/>
          <p:cNvSpPr txBox="1"/>
          <p:nvPr>
            <p:ph idx="3" type="subTitle"/>
          </p:nvPr>
        </p:nvSpPr>
        <p:spPr>
          <a:xfrm>
            <a:off x="6463255" y="1980241"/>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Google Docs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127" name="Google Shape;2127;p48"/>
          <p:cNvSpPr txBox="1"/>
          <p:nvPr>
            <p:ph idx="4" type="subTitle"/>
          </p:nvPr>
        </p:nvSpPr>
        <p:spPr>
          <a:xfrm>
            <a:off x="3802351" y="2391721"/>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 regularly discussed our progress</a:t>
            </a:r>
            <a:endParaRPr sz="1200"/>
          </a:p>
        </p:txBody>
      </p:sp>
      <p:sp>
        <p:nvSpPr>
          <p:cNvPr id="2128" name="Google Shape;2128;p48"/>
          <p:cNvSpPr txBox="1"/>
          <p:nvPr>
            <p:ph idx="5" type="subTitle"/>
          </p:nvPr>
        </p:nvSpPr>
        <p:spPr>
          <a:xfrm>
            <a:off x="1132303" y="2391721"/>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 used a Discord server to communicate asynchronously</a:t>
            </a:r>
            <a:endParaRPr sz="1200"/>
          </a:p>
          <a:p>
            <a:pPr indent="0" lvl="0" marL="0" rtl="0" algn="ctr">
              <a:spcBef>
                <a:spcPts val="0"/>
              </a:spcBef>
              <a:spcAft>
                <a:spcPts val="0"/>
              </a:spcAft>
              <a:buNone/>
            </a:pPr>
            <a:r>
              <a:t/>
            </a:r>
            <a:endParaRPr sz="700"/>
          </a:p>
          <a:p>
            <a:pPr indent="0" lvl="0" marL="0" rtl="0" algn="ctr">
              <a:spcBef>
                <a:spcPts val="0"/>
              </a:spcBef>
              <a:spcAft>
                <a:spcPts val="0"/>
              </a:spcAft>
              <a:buNone/>
            </a:pPr>
            <a:r>
              <a:rPr lang="en" sz="700"/>
              <a:t>(and send memes)</a:t>
            </a:r>
            <a:endParaRPr sz="700"/>
          </a:p>
          <a:p>
            <a:pPr indent="0" lvl="0" marL="0" rtl="0" algn="ctr">
              <a:spcBef>
                <a:spcPts val="0"/>
              </a:spcBef>
              <a:spcAft>
                <a:spcPts val="0"/>
              </a:spcAft>
              <a:buNone/>
            </a:pPr>
            <a:r>
              <a:t/>
            </a:r>
            <a:endParaRPr sz="1200"/>
          </a:p>
        </p:txBody>
      </p:sp>
      <p:sp>
        <p:nvSpPr>
          <p:cNvPr id="2129" name="Google Shape;2129;p48"/>
          <p:cNvSpPr txBox="1"/>
          <p:nvPr>
            <p:ph idx="6" type="subTitle"/>
          </p:nvPr>
        </p:nvSpPr>
        <p:spPr>
          <a:xfrm>
            <a:off x="6463255" y="2391721"/>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 used a shared drive to keep track of all our meetings and notes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3" name="Shape 2133"/>
        <p:cNvGrpSpPr/>
        <p:nvPr/>
      </p:nvGrpSpPr>
      <p:grpSpPr>
        <a:xfrm>
          <a:off x="0" y="0"/>
          <a:ext cx="0" cy="0"/>
          <a:chOff x="0" y="0"/>
          <a:chExt cx="0" cy="0"/>
        </a:xfrm>
      </p:grpSpPr>
      <p:sp>
        <p:nvSpPr>
          <p:cNvPr id="2134" name="Google Shape;2134;p49"/>
          <p:cNvSpPr txBox="1"/>
          <p:nvPr>
            <p:ph type="title"/>
          </p:nvPr>
        </p:nvSpPr>
        <p:spPr>
          <a:xfrm>
            <a:off x="1719072" y="338328"/>
            <a:ext cx="5577900" cy="59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Processes and Standards</a:t>
            </a:r>
            <a:endParaRPr/>
          </a:p>
        </p:txBody>
      </p:sp>
      <p:sp>
        <p:nvSpPr>
          <p:cNvPr id="2135" name="Google Shape;2135;p49"/>
          <p:cNvSpPr txBox="1"/>
          <p:nvPr>
            <p:ph idx="1" type="subTitle"/>
          </p:nvPr>
        </p:nvSpPr>
        <p:spPr>
          <a:xfrm>
            <a:off x="3802351" y="1829866"/>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136" name="Google Shape;2136;p49"/>
          <p:cNvSpPr txBox="1"/>
          <p:nvPr>
            <p:ph idx="2" type="subTitle"/>
          </p:nvPr>
        </p:nvSpPr>
        <p:spPr>
          <a:xfrm>
            <a:off x="915849" y="1823050"/>
            <a:ext cx="21978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Sprint Planning</a:t>
            </a:r>
            <a:endParaRPr/>
          </a:p>
        </p:txBody>
      </p:sp>
      <p:sp>
        <p:nvSpPr>
          <p:cNvPr id="2137" name="Google Shape;2137;p49"/>
          <p:cNvSpPr txBox="1"/>
          <p:nvPr>
            <p:ph idx="3" type="subTitle"/>
          </p:nvPr>
        </p:nvSpPr>
        <p:spPr>
          <a:xfrm>
            <a:off x="6463255" y="1829866"/>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Communication</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138" name="Google Shape;2138;p49"/>
          <p:cNvSpPr txBox="1"/>
          <p:nvPr>
            <p:ph idx="4" type="subTitle"/>
          </p:nvPr>
        </p:nvSpPr>
        <p:spPr>
          <a:xfrm>
            <a:off x="3802351" y="2241346"/>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All code had to be tested and reviewed by someone else before merging</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2139" name="Google Shape;2139;p49"/>
          <p:cNvSpPr txBox="1"/>
          <p:nvPr>
            <p:ph idx="6" type="subTitle"/>
          </p:nvPr>
        </p:nvSpPr>
        <p:spPr>
          <a:xfrm>
            <a:off x="6463255" y="2241346"/>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 </a:t>
            </a:r>
            <a:r>
              <a:rPr lang="en" sz="1200"/>
              <a:t>received</a:t>
            </a:r>
            <a:r>
              <a:rPr lang="en" sz="1200"/>
              <a:t> input from the product owners and discussed expectations</a:t>
            </a:r>
            <a:endParaRPr sz="1200"/>
          </a:p>
        </p:txBody>
      </p:sp>
      <p:sp>
        <p:nvSpPr>
          <p:cNvPr id="2140" name="Google Shape;2140;p49"/>
          <p:cNvSpPr txBox="1"/>
          <p:nvPr>
            <p:ph idx="5" type="subTitle"/>
          </p:nvPr>
        </p:nvSpPr>
        <p:spPr>
          <a:xfrm>
            <a:off x="1132300" y="2241349"/>
            <a:ext cx="1764900" cy="79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 met before each sprint to set expectations and roadmap the sprint</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2141" name="Google Shape;2141;p49"/>
          <p:cNvSpPr txBox="1"/>
          <p:nvPr>
            <p:ph idx="5" type="subTitle"/>
          </p:nvPr>
        </p:nvSpPr>
        <p:spPr>
          <a:xfrm>
            <a:off x="1193800" y="3042575"/>
            <a:ext cx="1641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A61C00"/>
                </a:solidFill>
              </a:rPr>
              <a:t>We did not discuss design thoroughly when planning features</a:t>
            </a:r>
            <a:endParaRPr sz="1200">
              <a:solidFill>
                <a:srgbClr val="A61C00"/>
              </a:solidFill>
            </a:endParaRPr>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2142" name="Google Shape;2142;p49"/>
          <p:cNvSpPr txBox="1"/>
          <p:nvPr>
            <p:ph idx="5" type="subTitle"/>
          </p:nvPr>
        </p:nvSpPr>
        <p:spPr>
          <a:xfrm>
            <a:off x="3802353" y="3056221"/>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A61C00"/>
                </a:solidFill>
              </a:rPr>
              <a:t>PRs would sometimes remain unmerged for days</a:t>
            </a:r>
            <a:endParaRPr sz="1200">
              <a:solidFill>
                <a:srgbClr val="A61C00"/>
              </a:solidFill>
            </a:endParaRPr>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2143" name="Google Shape;2143;p49"/>
          <p:cNvSpPr txBox="1"/>
          <p:nvPr>
            <p:ph idx="5" type="subTitle"/>
          </p:nvPr>
        </p:nvSpPr>
        <p:spPr>
          <a:xfrm>
            <a:off x="6463253" y="3042571"/>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A61C00"/>
                </a:solidFill>
              </a:rPr>
              <a:t>We were not able to include every feature that was requested</a:t>
            </a:r>
            <a:endParaRPr sz="1200">
              <a:solidFill>
                <a:srgbClr val="A61C00"/>
              </a:solidFill>
            </a:endParaRPr>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sp>
        <p:nvSpPr>
          <p:cNvPr id="2148" name="Google Shape;2148;p50"/>
          <p:cNvSpPr txBox="1"/>
          <p:nvPr>
            <p:ph type="title"/>
          </p:nvPr>
        </p:nvSpPr>
        <p:spPr>
          <a:xfrm>
            <a:off x="1719072" y="338328"/>
            <a:ext cx="5577900" cy="59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Techniques</a:t>
            </a:r>
            <a:endParaRPr/>
          </a:p>
        </p:txBody>
      </p:sp>
      <p:sp>
        <p:nvSpPr>
          <p:cNvPr id="2149" name="Google Shape;2149;p50"/>
          <p:cNvSpPr txBox="1"/>
          <p:nvPr>
            <p:ph idx="1" type="subTitle"/>
          </p:nvPr>
        </p:nvSpPr>
        <p:spPr>
          <a:xfrm>
            <a:off x="3641401" y="1829866"/>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Linting</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150" name="Google Shape;2150;p50"/>
          <p:cNvSpPr txBox="1"/>
          <p:nvPr>
            <p:ph idx="2" type="subTitle"/>
          </p:nvPr>
        </p:nvSpPr>
        <p:spPr>
          <a:xfrm>
            <a:off x="754899" y="1823050"/>
            <a:ext cx="21978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Testing</a:t>
            </a:r>
            <a:endParaRPr/>
          </a:p>
        </p:txBody>
      </p:sp>
      <p:sp>
        <p:nvSpPr>
          <p:cNvPr id="2151" name="Google Shape;2151;p50"/>
          <p:cNvSpPr txBox="1"/>
          <p:nvPr>
            <p:ph idx="4" type="subTitle"/>
          </p:nvPr>
        </p:nvSpPr>
        <p:spPr>
          <a:xfrm>
            <a:off x="3641401" y="2241346"/>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 set up a linter so that all of our code followed industry style standards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2152" name="Google Shape;2152;p50"/>
          <p:cNvSpPr txBox="1"/>
          <p:nvPr>
            <p:ph idx="5" type="subTitle"/>
          </p:nvPr>
        </p:nvSpPr>
        <p:spPr>
          <a:xfrm>
            <a:off x="971353" y="2241346"/>
            <a:ext cx="17649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 used Jest to set up endpoint testing and used CI/CD to test our code on every push</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
        <p:nvSpPr>
          <p:cNvPr id="2153" name="Google Shape;2153;p50"/>
          <p:cNvSpPr txBox="1"/>
          <p:nvPr>
            <p:ph idx="1" type="subTitle"/>
          </p:nvPr>
        </p:nvSpPr>
        <p:spPr>
          <a:xfrm>
            <a:off x="6385476" y="1826454"/>
            <a:ext cx="1764900" cy="3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Workspaces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154" name="Google Shape;2154;p50"/>
          <p:cNvSpPr txBox="1"/>
          <p:nvPr>
            <p:ph idx="4" type="subTitle"/>
          </p:nvPr>
        </p:nvSpPr>
        <p:spPr>
          <a:xfrm>
            <a:off x="6311450" y="2241350"/>
            <a:ext cx="1882500" cy="107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We used NPM workspaces to modularize our code,</a:t>
            </a:r>
            <a:endParaRPr sz="1200"/>
          </a:p>
          <a:p>
            <a:pPr indent="0" lvl="0" marL="0" rtl="0" algn="ctr">
              <a:spcBef>
                <a:spcPts val="0"/>
              </a:spcBef>
              <a:spcAft>
                <a:spcPts val="0"/>
              </a:spcAft>
              <a:buNone/>
            </a:pPr>
            <a:r>
              <a:rPr lang="en" sz="1200"/>
              <a:t>so we wouldn’t create unintentional dependencies</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a:p>
            <a:pPr indent="0" lvl="0" marL="0" rtl="0" algn="ctr">
              <a:spcBef>
                <a:spcPts val="0"/>
              </a:spcBef>
              <a:spcAft>
                <a:spcPts val="0"/>
              </a:spcAft>
              <a:buNone/>
            </a:pPr>
            <a:r>
              <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51"/>
          <p:cNvSpPr txBox="1"/>
          <p:nvPr>
            <p:ph type="title"/>
          </p:nvPr>
        </p:nvSpPr>
        <p:spPr>
          <a:xfrm>
            <a:off x="2868000" y="2231100"/>
            <a:ext cx="3408000" cy="804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700"/>
              <a:t>Our Software</a:t>
            </a:r>
            <a:endParaRPr sz="4700"/>
          </a:p>
        </p:txBody>
      </p:sp>
      <p:sp>
        <p:nvSpPr>
          <p:cNvPr id="2160" name="Google Shape;2160;p51"/>
          <p:cNvSpPr txBox="1"/>
          <p:nvPr>
            <p:ph idx="2" type="title"/>
          </p:nvPr>
        </p:nvSpPr>
        <p:spPr>
          <a:xfrm>
            <a:off x="2971800" y="1161288"/>
            <a:ext cx="2967600" cy="106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161" name="Google Shape;2161;p51"/>
          <p:cNvSpPr txBox="1"/>
          <p:nvPr>
            <p:ph idx="1" type="subTitle"/>
          </p:nvPr>
        </p:nvSpPr>
        <p:spPr>
          <a:xfrm>
            <a:off x="2973225" y="2999232"/>
            <a:ext cx="3200400" cy="68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300"/>
              <a:t>The Nitty Gritty</a:t>
            </a:r>
            <a:endParaRPr sz="2300">
              <a:latin typeface="Barlow Semi Condensed"/>
              <a:ea typeface="Barlow Semi Condensed"/>
              <a:cs typeface="Barlow Semi Condensed"/>
              <a:sym typeface="Barlow Semi Condense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5" name="Shape 2165"/>
        <p:cNvGrpSpPr/>
        <p:nvPr/>
      </p:nvGrpSpPr>
      <p:grpSpPr>
        <a:xfrm>
          <a:off x="0" y="0"/>
          <a:ext cx="0" cy="0"/>
          <a:chOff x="0" y="0"/>
          <a:chExt cx="0" cy="0"/>
        </a:xfrm>
      </p:grpSpPr>
      <p:pic>
        <p:nvPicPr>
          <p:cNvPr id="2166" name="Google Shape;2166;p52"/>
          <p:cNvPicPr preferRelativeResize="0"/>
          <p:nvPr/>
        </p:nvPicPr>
        <p:blipFill>
          <a:blip r:embed="rId3">
            <a:alphaModFix/>
          </a:blip>
          <a:stretch>
            <a:fillRect/>
          </a:stretch>
        </p:blipFill>
        <p:spPr>
          <a:xfrm>
            <a:off x="7843700" y="3142575"/>
            <a:ext cx="964250" cy="964250"/>
          </a:xfrm>
          <a:prstGeom prst="rect">
            <a:avLst/>
          </a:prstGeom>
          <a:noFill/>
          <a:ln>
            <a:noFill/>
          </a:ln>
        </p:spPr>
      </p:pic>
      <p:pic>
        <p:nvPicPr>
          <p:cNvPr id="2167" name="Google Shape;2167;p52"/>
          <p:cNvPicPr preferRelativeResize="0"/>
          <p:nvPr/>
        </p:nvPicPr>
        <p:blipFill>
          <a:blip r:embed="rId4">
            <a:alphaModFix/>
          </a:blip>
          <a:stretch>
            <a:fillRect/>
          </a:stretch>
        </p:blipFill>
        <p:spPr>
          <a:xfrm>
            <a:off x="1648138" y="918847"/>
            <a:ext cx="1560825" cy="1560825"/>
          </a:xfrm>
          <a:prstGeom prst="rect">
            <a:avLst/>
          </a:prstGeom>
          <a:noFill/>
          <a:ln>
            <a:noFill/>
          </a:ln>
        </p:spPr>
      </p:pic>
      <p:pic>
        <p:nvPicPr>
          <p:cNvPr id="2168" name="Google Shape;2168;p52"/>
          <p:cNvPicPr preferRelativeResize="0"/>
          <p:nvPr/>
        </p:nvPicPr>
        <p:blipFill>
          <a:blip r:embed="rId5">
            <a:alphaModFix/>
          </a:blip>
          <a:stretch>
            <a:fillRect/>
          </a:stretch>
        </p:blipFill>
        <p:spPr>
          <a:xfrm>
            <a:off x="6275313" y="3210087"/>
            <a:ext cx="832000" cy="829235"/>
          </a:xfrm>
          <a:prstGeom prst="rect">
            <a:avLst/>
          </a:prstGeom>
          <a:noFill/>
          <a:ln>
            <a:noFill/>
          </a:ln>
        </p:spPr>
      </p:pic>
      <p:pic>
        <p:nvPicPr>
          <p:cNvPr id="2169" name="Google Shape;2169;p52"/>
          <p:cNvPicPr preferRelativeResize="0"/>
          <p:nvPr/>
        </p:nvPicPr>
        <p:blipFill>
          <a:blip r:embed="rId6">
            <a:alphaModFix/>
          </a:blip>
          <a:stretch>
            <a:fillRect/>
          </a:stretch>
        </p:blipFill>
        <p:spPr>
          <a:xfrm>
            <a:off x="416337" y="1283250"/>
            <a:ext cx="831999" cy="831999"/>
          </a:xfrm>
          <a:prstGeom prst="rect">
            <a:avLst/>
          </a:prstGeom>
          <a:noFill/>
          <a:ln>
            <a:noFill/>
          </a:ln>
        </p:spPr>
      </p:pic>
      <p:pic>
        <p:nvPicPr>
          <p:cNvPr id="2170" name="Google Shape;2170;p52"/>
          <p:cNvPicPr preferRelativeResize="0"/>
          <p:nvPr/>
        </p:nvPicPr>
        <p:blipFill>
          <a:blip r:embed="rId7">
            <a:alphaModFix/>
          </a:blip>
          <a:stretch>
            <a:fillRect/>
          </a:stretch>
        </p:blipFill>
        <p:spPr>
          <a:xfrm>
            <a:off x="195292" y="3142579"/>
            <a:ext cx="1363824" cy="964250"/>
          </a:xfrm>
          <a:prstGeom prst="rect">
            <a:avLst/>
          </a:prstGeom>
          <a:noFill/>
          <a:ln>
            <a:noFill/>
          </a:ln>
        </p:spPr>
      </p:pic>
      <p:pic>
        <p:nvPicPr>
          <p:cNvPr id="2171" name="Google Shape;2171;p52"/>
          <p:cNvPicPr preferRelativeResize="0"/>
          <p:nvPr/>
        </p:nvPicPr>
        <p:blipFill>
          <a:blip r:embed="rId8">
            <a:alphaModFix/>
          </a:blip>
          <a:stretch>
            <a:fillRect/>
          </a:stretch>
        </p:blipFill>
        <p:spPr>
          <a:xfrm>
            <a:off x="3444113" y="1477912"/>
            <a:ext cx="1907172" cy="637325"/>
          </a:xfrm>
          <a:prstGeom prst="rect">
            <a:avLst/>
          </a:prstGeom>
          <a:noFill/>
          <a:ln>
            <a:noFill/>
          </a:ln>
        </p:spPr>
      </p:pic>
      <p:pic>
        <p:nvPicPr>
          <p:cNvPr id="2172" name="Google Shape;2172;p52"/>
          <p:cNvPicPr preferRelativeResize="0"/>
          <p:nvPr/>
        </p:nvPicPr>
        <p:blipFill>
          <a:blip r:embed="rId9">
            <a:alphaModFix/>
          </a:blip>
          <a:stretch>
            <a:fillRect/>
          </a:stretch>
        </p:blipFill>
        <p:spPr>
          <a:xfrm>
            <a:off x="5497975" y="917250"/>
            <a:ext cx="2085300" cy="1563975"/>
          </a:xfrm>
          <a:prstGeom prst="rect">
            <a:avLst/>
          </a:prstGeom>
          <a:noFill/>
          <a:ln>
            <a:noFill/>
          </a:ln>
        </p:spPr>
      </p:pic>
      <p:sp>
        <p:nvSpPr>
          <p:cNvPr id="2173" name="Google Shape;2173;p52"/>
          <p:cNvSpPr txBox="1"/>
          <p:nvPr>
            <p:ph idx="4294967295" type="title"/>
          </p:nvPr>
        </p:nvSpPr>
        <p:spPr>
          <a:xfrm>
            <a:off x="195288" y="2329813"/>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TypeScript</a:t>
            </a:r>
            <a:endParaRPr sz="1600">
              <a:solidFill>
                <a:schemeClr val="accent5"/>
              </a:solidFill>
            </a:endParaRPr>
          </a:p>
        </p:txBody>
      </p:sp>
      <p:sp>
        <p:nvSpPr>
          <p:cNvPr id="2174" name="Google Shape;2174;p52"/>
          <p:cNvSpPr txBox="1"/>
          <p:nvPr>
            <p:ph idx="4294967295" type="title"/>
          </p:nvPr>
        </p:nvSpPr>
        <p:spPr>
          <a:xfrm>
            <a:off x="1791500" y="2329813"/>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Next.js</a:t>
            </a:r>
            <a:endParaRPr sz="1600">
              <a:solidFill>
                <a:schemeClr val="accent5"/>
              </a:solidFill>
            </a:endParaRPr>
          </a:p>
        </p:txBody>
      </p:sp>
      <p:sp>
        <p:nvSpPr>
          <p:cNvPr id="2175" name="Google Shape;2175;p52"/>
          <p:cNvSpPr txBox="1"/>
          <p:nvPr>
            <p:ph idx="4294967295" type="title"/>
          </p:nvPr>
        </p:nvSpPr>
        <p:spPr>
          <a:xfrm>
            <a:off x="3760650" y="2329813"/>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redis</a:t>
            </a:r>
            <a:endParaRPr sz="1600">
              <a:solidFill>
                <a:schemeClr val="accent5"/>
              </a:solidFill>
            </a:endParaRPr>
          </a:p>
        </p:txBody>
      </p:sp>
      <p:sp>
        <p:nvSpPr>
          <p:cNvPr id="2176" name="Google Shape;2176;p52"/>
          <p:cNvSpPr txBox="1"/>
          <p:nvPr>
            <p:ph idx="4294967295" type="title"/>
          </p:nvPr>
        </p:nvSpPr>
        <p:spPr>
          <a:xfrm>
            <a:off x="240150" y="4289700"/>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React.js</a:t>
            </a:r>
            <a:endParaRPr sz="1600">
              <a:solidFill>
                <a:schemeClr val="accent5"/>
              </a:solidFill>
            </a:endParaRPr>
          </a:p>
        </p:txBody>
      </p:sp>
      <p:sp>
        <p:nvSpPr>
          <p:cNvPr id="2177" name="Google Shape;2177;p52"/>
          <p:cNvSpPr txBox="1"/>
          <p:nvPr>
            <p:ph idx="4294967295" type="title"/>
          </p:nvPr>
        </p:nvSpPr>
        <p:spPr>
          <a:xfrm>
            <a:off x="2201825" y="4289700"/>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Swagger</a:t>
            </a:r>
            <a:endParaRPr sz="1600">
              <a:solidFill>
                <a:schemeClr val="accent5"/>
              </a:solidFill>
            </a:endParaRPr>
          </a:p>
        </p:txBody>
      </p:sp>
      <p:sp>
        <p:nvSpPr>
          <p:cNvPr id="2178" name="Google Shape;2178;p52"/>
          <p:cNvSpPr txBox="1"/>
          <p:nvPr>
            <p:ph idx="4294967295" type="title"/>
          </p:nvPr>
        </p:nvSpPr>
        <p:spPr>
          <a:xfrm>
            <a:off x="5903588" y="2329813"/>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MongoDB</a:t>
            </a:r>
            <a:endParaRPr sz="1600">
              <a:solidFill>
                <a:schemeClr val="accent5"/>
              </a:solidFill>
            </a:endParaRPr>
          </a:p>
        </p:txBody>
      </p:sp>
      <p:sp>
        <p:nvSpPr>
          <p:cNvPr id="2179" name="Google Shape;2179;p52"/>
          <p:cNvSpPr txBox="1"/>
          <p:nvPr>
            <p:ph idx="4294967295" type="title"/>
          </p:nvPr>
        </p:nvSpPr>
        <p:spPr>
          <a:xfrm>
            <a:off x="6072925" y="4289700"/>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Nest.js</a:t>
            </a:r>
            <a:endParaRPr sz="1600">
              <a:solidFill>
                <a:schemeClr val="accent5"/>
              </a:solidFill>
            </a:endParaRPr>
          </a:p>
        </p:txBody>
      </p:sp>
      <p:sp>
        <p:nvSpPr>
          <p:cNvPr id="2180" name="Google Shape;2180;p52"/>
          <p:cNvSpPr txBox="1"/>
          <p:nvPr>
            <p:ph idx="4294967295" type="title"/>
          </p:nvPr>
        </p:nvSpPr>
        <p:spPr>
          <a:xfrm>
            <a:off x="7688763" y="4289700"/>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Ant Design</a:t>
            </a:r>
            <a:endParaRPr sz="1600">
              <a:solidFill>
                <a:schemeClr val="accent5"/>
              </a:solidFill>
            </a:endParaRPr>
          </a:p>
        </p:txBody>
      </p:sp>
      <p:sp>
        <p:nvSpPr>
          <p:cNvPr id="2181" name="Google Shape;2181;p52"/>
          <p:cNvSpPr txBox="1"/>
          <p:nvPr>
            <p:ph idx="4294967295" type="title"/>
          </p:nvPr>
        </p:nvSpPr>
        <p:spPr>
          <a:xfrm>
            <a:off x="1823550" y="268999"/>
            <a:ext cx="5496900" cy="82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600"/>
              <a:t>Technologies</a:t>
            </a:r>
            <a:endParaRPr sz="4600"/>
          </a:p>
        </p:txBody>
      </p:sp>
      <p:pic>
        <p:nvPicPr>
          <p:cNvPr id="2182" name="Google Shape;2182;p52"/>
          <p:cNvPicPr preferRelativeResize="0"/>
          <p:nvPr/>
        </p:nvPicPr>
        <p:blipFill>
          <a:blip r:embed="rId10">
            <a:alphaModFix/>
          </a:blip>
          <a:stretch>
            <a:fillRect/>
          </a:stretch>
        </p:blipFill>
        <p:spPr>
          <a:xfrm>
            <a:off x="7942988" y="1283250"/>
            <a:ext cx="554682" cy="832001"/>
          </a:xfrm>
          <a:prstGeom prst="rect">
            <a:avLst/>
          </a:prstGeom>
          <a:noFill/>
          <a:ln>
            <a:noFill/>
          </a:ln>
        </p:spPr>
      </p:pic>
      <p:sp>
        <p:nvSpPr>
          <p:cNvPr id="2183" name="Google Shape;2183;p52"/>
          <p:cNvSpPr txBox="1"/>
          <p:nvPr>
            <p:ph idx="4294967295" type="title"/>
          </p:nvPr>
        </p:nvSpPr>
        <p:spPr>
          <a:xfrm>
            <a:off x="7583275" y="2329813"/>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Figma</a:t>
            </a:r>
            <a:endParaRPr sz="1600">
              <a:solidFill>
                <a:schemeClr val="accent5"/>
              </a:solidFill>
            </a:endParaRPr>
          </a:p>
        </p:txBody>
      </p:sp>
      <p:pic>
        <p:nvPicPr>
          <p:cNvPr id="2184" name="Google Shape;2184;p52"/>
          <p:cNvPicPr preferRelativeResize="0"/>
          <p:nvPr/>
        </p:nvPicPr>
        <p:blipFill>
          <a:blip r:embed="rId11">
            <a:alphaModFix/>
          </a:blip>
          <a:stretch>
            <a:fillRect/>
          </a:stretch>
        </p:blipFill>
        <p:spPr>
          <a:xfrm>
            <a:off x="2395125" y="3210072"/>
            <a:ext cx="887500" cy="884553"/>
          </a:xfrm>
          <a:prstGeom prst="rect">
            <a:avLst/>
          </a:prstGeom>
          <a:noFill/>
          <a:ln>
            <a:noFill/>
          </a:ln>
        </p:spPr>
      </p:pic>
      <p:pic>
        <p:nvPicPr>
          <p:cNvPr id="2185" name="Google Shape;2185;p52"/>
          <p:cNvPicPr preferRelativeResize="0"/>
          <p:nvPr/>
        </p:nvPicPr>
        <p:blipFill>
          <a:blip r:embed="rId12">
            <a:alphaModFix/>
          </a:blip>
          <a:stretch>
            <a:fillRect/>
          </a:stretch>
        </p:blipFill>
        <p:spPr>
          <a:xfrm>
            <a:off x="3907250" y="3210069"/>
            <a:ext cx="1786600" cy="750369"/>
          </a:xfrm>
          <a:prstGeom prst="rect">
            <a:avLst/>
          </a:prstGeom>
          <a:noFill/>
          <a:ln>
            <a:noFill/>
          </a:ln>
        </p:spPr>
      </p:pic>
      <p:sp>
        <p:nvSpPr>
          <p:cNvPr id="2186" name="Google Shape;2186;p52"/>
          <p:cNvSpPr txBox="1"/>
          <p:nvPr>
            <p:ph idx="4294967295" type="title"/>
          </p:nvPr>
        </p:nvSpPr>
        <p:spPr>
          <a:xfrm>
            <a:off x="4163500" y="4289700"/>
            <a:ext cx="1274100" cy="43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accent5"/>
                </a:solidFill>
              </a:rPr>
              <a:t>Storybook</a:t>
            </a:r>
            <a:endParaRPr sz="1600">
              <a:solidFill>
                <a:schemeClr val="accent5"/>
              </a:solidFill>
            </a:endParaRPr>
          </a:p>
        </p:txBody>
      </p:sp>
      <p:sp>
        <p:nvSpPr>
          <p:cNvPr id="2187" name="Google Shape;2187;p52"/>
          <p:cNvSpPr txBox="1"/>
          <p:nvPr>
            <p:ph idx="4294967295" type="title"/>
          </p:nvPr>
        </p:nvSpPr>
        <p:spPr>
          <a:xfrm>
            <a:off x="8127300" y="4881000"/>
            <a:ext cx="1016700" cy="2625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1000"/>
              <a:t>...and more</a:t>
            </a:r>
            <a:endParaRPr sz="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1" name="Shape 2191"/>
        <p:cNvGrpSpPr/>
        <p:nvPr/>
      </p:nvGrpSpPr>
      <p:grpSpPr>
        <a:xfrm>
          <a:off x="0" y="0"/>
          <a:ext cx="0" cy="0"/>
          <a:chOff x="0" y="0"/>
          <a:chExt cx="0" cy="0"/>
        </a:xfrm>
      </p:grpSpPr>
      <p:sp>
        <p:nvSpPr>
          <p:cNvPr id="2192" name="Google Shape;2192;p53"/>
          <p:cNvSpPr txBox="1"/>
          <p:nvPr>
            <p:ph idx="4294967295" type="title"/>
          </p:nvPr>
        </p:nvSpPr>
        <p:spPr>
          <a:xfrm>
            <a:off x="1823550" y="329653"/>
            <a:ext cx="5496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Three Tiered Architecture</a:t>
            </a:r>
            <a:endParaRPr/>
          </a:p>
        </p:txBody>
      </p:sp>
      <p:sp>
        <p:nvSpPr>
          <p:cNvPr id="2193" name="Google Shape;2193;p53"/>
          <p:cNvSpPr/>
          <p:nvPr/>
        </p:nvSpPr>
        <p:spPr>
          <a:xfrm>
            <a:off x="293888" y="2027300"/>
            <a:ext cx="1550400" cy="1197900"/>
          </a:xfrm>
          <a:prstGeom prst="roundRect">
            <a:avLst>
              <a:gd fmla="val 16667" name="adj"/>
            </a:avLst>
          </a:prstGeom>
          <a:solidFill>
            <a:srgbClr val="DC386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Nunito Sans"/>
              <a:ea typeface="Nunito Sans"/>
              <a:cs typeface="Nunito Sans"/>
              <a:sym typeface="Nunito Sans"/>
            </a:endParaRPr>
          </a:p>
          <a:p>
            <a:pPr indent="0" lvl="0" marL="0" rtl="0" algn="ctr">
              <a:spcBef>
                <a:spcPts val="0"/>
              </a:spcBef>
              <a:spcAft>
                <a:spcPts val="0"/>
              </a:spcAft>
              <a:buNone/>
            </a:pPr>
            <a:r>
              <a:t/>
            </a:r>
            <a:endParaRPr b="1">
              <a:latin typeface="Nunito Sans"/>
              <a:ea typeface="Nunito Sans"/>
              <a:cs typeface="Nunito Sans"/>
              <a:sym typeface="Nunito Sans"/>
            </a:endParaRPr>
          </a:p>
          <a:p>
            <a:pPr indent="0" lvl="0" marL="0" rtl="0" algn="ctr">
              <a:spcBef>
                <a:spcPts val="0"/>
              </a:spcBef>
              <a:spcAft>
                <a:spcPts val="0"/>
              </a:spcAft>
              <a:buNone/>
            </a:pPr>
            <a:r>
              <a:t/>
            </a:r>
            <a:endParaRPr b="1">
              <a:latin typeface="Nunito Sans"/>
              <a:ea typeface="Nunito Sans"/>
              <a:cs typeface="Nunito Sans"/>
              <a:sym typeface="Nunito Sans"/>
            </a:endParaRPr>
          </a:p>
        </p:txBody>
      </p:sp>
      <p:sp>
        <p:nvSpPr>
          <p:cNvPr id="2194" name="Google Shape;2194;p53"/>
          <p:cNvSpPr/>
          <p:nvPr/>
        </p:nvSpPr>
        <p:spPr>
          <a:xfrm>
            <a:off x="2485188" y="2027300"/>
            <a:ext cx="1902900" cy="1197900"/>
          </a:xfrm>
          <a:prstGeom prst="roundRect">
            <a:avLst>
              <a:gd fmla="val 16667"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195" name="Google Shape;2195;p53"/>
          <p:cNvSpPr/>
          <p:nvPr/>
        </p:nvSpPr>
        <p:spPr>
          <a:xfrm>
            <a:off x="5135538" y="2027300"/>
            <a:ext cx="1550400" cy="11979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196" name="Google Shape;2196;p53"/>
          <p:cNvSpPr/>
          <p:nvPr/>
        </p:nvSpPr>
        <p:spPr>
          <a:xfrm>
            <a:off x="7299713" y="2027300"/>
            <a:ext cx="1550400" cy="11979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grpSp>
        <p:nvGrpSpPr>
          <p:cNvPr id="2197" name="Google Shape;2197;p53"/>
          <p:cNvGrpSpPr/>
          <p:nvPr/>
        </p:nvGrpSpPr>
        <p:grpSpPr>
          <a:xfrm>
            <a:off x="797950" y="2592499"/>
            <a:ext cx="159950" cy="364516"/>
            <a:chOff x="6410063" y="4135124"/>
            <a:chExt cx="159950" cy="364516"/>
          </a:xfrm>
        </p:grpSpPr>
        <p:sp>
          <p:nvSpPr>
            <p:cNvPr id="2198" name="Google Shape;2198;p53"/>
            <p:cNvSpPr/>
            <p:nvPr/>
          </p:nvSpPr>
          <p:spPr>
            <a:xfrm>
              <a:off x="6493991" y="4299202"/>
              <a:ext cx="36328" cy="200438"/>
            </a:xfrm>
            <a:custGeom>
              <a:rect b="b" l="l" r="r" t="t"/>
              <a:pathLst>
                <a:path extrusionOk="0" h="6312" w="1144">
                  <a:moveTo>
                    <a:pt x="965" y="1"/>
                  </a:moveTo>
                  <a:cubicBezTo>
                    <a:pt x="882" y="1"/>
                    <a:pt x="810" y="72"/>
                    <a:pt x="810" y="168"/>
                  </a:cubicBezTo>
                  <a:lnTo>
                    <a:pt x="810" y="5716"/>
                  </a:lnTo>
                  <a:cubicBezTo>
                    <a:pt x="810" y="5847"/>
                    <a:pt x="703" y="5954"/>
                    <a:pt x="584" y="5966"/>
                  </a:cubicBezTo>
                  <a:cubicBezTo>
                    <a:pt x="453" y="5966"/>
                    <a:pt x="334" y="5859"/>
                    <a:pt x="334" y="5728"/>
                  </a:cubicBezTo>
                  <a:lnTo>
                    <a:pt x="334" y="4656"/>
                  </a:lnTo>
                  <a:cubicBezTo>
                    <a:pt x="334" y="4573"/>
                    <a:pt x="251" y="4490"/>
                    <a:pt x="167" y="4490"/>
                  </a:cubicBezTo>
                  <a:cubicBezTo>
                    <a:pt x="72" y="4490"/>
                    <a:pt x="1" y="4573"/>
                    <a:pt x="1" y="4656"/>
                  </a:cubicBezTo>
                  <a:lnTo>
                    <a:pt x="1" y="5728"/>
                  </a:lnTo>
                  <a:cubicBezTo>
                    <a:pt x="1" y="5966"/>
                    <a:pt x="167" y="6192"/>
                    <a:pt x="394" y="6276"/>
                  </a:cubicBezTo>
                  <a:cubicBezTo>
                    <a:pt x="453" y="6299"/>
                    <a:pt x="525" y="6311"/>
                    <a:pt x="596" y="6311"/>
                  </a:cubicBezTo>
                  <a:cubicBezTo>
                    <a:pt x="906" y="6299"/>
                    <a:pt x="1144" y="6037"/>
                    <a:pt x="1144" y="5728"/>
                  </a:cubicBezTo>
                  <a:lnTo>
                    <a:pt x="1144" y="180"/>
                  </a:lnTo>
                  <a:cubicBezTo>
                    <a:pt x="1144" y="72"/>
                    <a:pt x="1072" y="1"/>
                    <a:pt x="9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53"/>
            <p:cNvSpPr/>
            <p:nvPr/>
          </p:nvSpPr>
          <p:spPr>
            <a:xfrm>
              <a:off x="6454297" y="4135124"/>
              <a:ext cx="71099" cy="71131"/>
            </a:xfrm>
            <a:custGeom>
              <a:rect b="b" l="l" r="r" t="t"/>
              <a:pathLst>
                <a:path extrusionOk="0" h="2240" w="2239">
                  <a:moveTo>
                    <a:pt x="1120" y="346"/>
                  </a:moveTo>
                  <a:cubicBezTo>
                    <a:pt x="1548" y="346"/>
                    <a:pt x="1894" y="679"/>
                    <a:pt x="1894" y="1120"/>
                  </a:cubicBezTo>
                  <a:cubicBezTo>
                    <a:pt x="1894" y="1548"/>
                    <a:pt x="1548" y="1894"/>
                    <a:pt x="1120" y="1894"/>
                  </a:cubicBezTo>
                  <a:cubicBezTo>
                    <a:pt x="691" y="1894"/>
                    <a:pt x="346" y="1548"/>
                    <a:pt x="346" y="1120"/>
                  </a:cubicBezTo>
                  <a:cubicBezTo>
                    <a:pt x="346" y="679"/>
                    <a:pt x="691" y="346"/>
                    <a:pt x="1120" y="346"/>
                  </a:cubicBezTo>
                  <a:close/>
                  <a:moveTo>
                    <a:pt x="1120" y="1"/>
                  </a:moveTo>
                  <a:cubicBezTo>
                    <a:pt x="513" y="1"/>
                    <a:pt x="1" y="513"/>
                    <a:pt x="1" y="1120"/>
                  </a:cubicBezTo>
                  <a:cubicBezTo>
                    <a:pt x="1" y="1727"/>
                    <a:pt x="513" y="2239"/>
                    <a:pt x="1120" y="2239"/>
                  </a:cubicBezTo>
                  <a:cubicBezTo>
                    <a:pt x="1727" y="2239"/>
                    <a:pt x="2239" y="1727"/>
                    <a:pt x="2239" y="1120"/>
                  </a:cubicBezTo>
                  <a:cubicBezTo>
                    <a:pt x="2239" y="513"/>
                    <a:pt x="1727" y="1"/>
                    <a:pt x="11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53"/>
            <p:cNvSpPr/>
            <p:nvPr/>
          </p:nvSpPr>
          <p:spPr>
            <a:xfrm>
              <a:off x="6410063" y="4252712"/>
              <a:ext cx="94566" cy="246927"/>
            </a:xfrm>
            <a:custGeom>
              <a:rect b="b" l="l" r="r" t="t"/>
              <a:pathLst>
                <a:path extrusionOk="0" h="7776" w="2978">
                  <a:moveTo>
                    <a:pt x="1191" y="0"/>
                  </a:moveTo>
                  <a:cubicBezTo>
                    <a:pt x="977" y="0"/>
                    <a:pt x="798" y="179"/>
                    <a:pt x="798" y="393"/>
                  </a:cubicBezTo>
                  <a:lnTo>
                    <a:pt x="798" y="2894"/>
                  </a:lnTo>
                  <a:cubicBezTo>
                    <a:pt x="798" y="3025"/>
                    <a:pt x="691" y="3132"/>
                    <a:pt x="560" y="3132"/>
                  </a:cubicBezTo>
                  <a:cubicBezTo>
                    <a:pt x="429" y="3132"/>
                    <a:pt x="322" y="3025"/>
                    <a:pt x="322" y="2894"/>
                  </a:cubicBezTo>
                  <a:lnTo>
                    <a:pt x="322" y="2275"/>
                  </a:lnTo>
                  <a:cubicBezTo>
                    <a:pt x="322" y="2191"/>
                    <a:pt x="251" y="2120"/>
                    <a:pt x="155" y="2120"/>
                  </a:cubicBezTo>
                  <a:cubicBezTo>
                    <a:pt x="72" y="2120"/>
                    <a:pt x="1" y="2191"/>
                    <a:pt x="1" y="2275"/>
                  </a:cubicBezTo>
                  <a:lnTo>
                    <a:pt x="1" y="2894"/>
                  </a:lnTo>
                  <a:cubicBezTo>
                    <a:pt x="1" y="3203"/>
                    <a:pt x="251" y="3465"/>
                    <a:pt x="572" y="3465"/>
                  </a:cubicBezTo>
                  <a:cubicBezTo>
                    <a:pt x="894" y="3465"/>
                    <a:pt x="1156" y="3215"/>
                    <a:pt x="1156" y="2894"/>
                  </a:cubicBezTo>
                  <a:lnTo>
                    <a:pt x="1156" y="393"/>
                  </a:lnTo>
                  <a:cubicBezTo>
                    <a:pt x="1156" y="358"/>
                    <a:pt x="1191" y="334"/>
                    <a:pt x="1215" y="334"/>
                  </a:cubicBezTo>
                  <a:cubicBezTo>
                    <a:pt x="1251" y="334"/>
                    <a:pt x="1275" y="358"/>
                    <a:pt x="1275" y="393"/>
                  </a:cubicBezTo>
                  <a:lnTo>
                    <a:pt x="1275" y="7192"/>
                  </a:lnTo>
                  <a:cubicBezTo>
                    <a:pt x="1275" y="7501"/>
                    <a:pt x="1525" y="7775"/>
                    <a:pt x="1858" y="7775"/>
                  </a:cubicBezTo>
                  <a:cubicBezTo>
                    <a:pt x="2168" y="7775"/>
                    <a:pt x="2441" y="7513"/>
                    <a:pt x="2441" y="7192"/>
                  </a:cubicBezTo>
                  <a:lnTo>
                    <a:pt x="2441" y="4251"/>
                  </a:lnTo>
                  <a:cubicBezTo>
                    <a:pt x="2441" y="4168"/>
                    <a:pt x="2501" y="4132"/>
                    <a:pt x="2560" y="4132"/>
                  </a:cubicBezTo>
                  <a:cubicBezTo>
                    <a:pt x="2632" y="4132"/>
                    <a:pt x="2680" y="4191"/>
                    <a:pt x="2680" y="4251"/>
                  </a:cubicBezTo>
                  <a:lnTo>
                    <a:pt x="2644" y="5442"/>
                  </a:lnTo>
                  <a:cubicBezTo>
                    <a:pt x="2644" y="5525"/>
                    <a:pt x="2715" y="5596"/>
                    <a:pt x="2810" y="5596"/>
                  </a:cubicBezTo>
                  <a:cubicBezTo>
                    <a:pt x="2894" y="5596"/>
                    <a:pt x="2977" y="5525"/>
                    <a:pt x="2977" y="5442"/>
                  </a:cubicBezTo>
                  <a:lnTo>
                    <a:pt x="2977" y="4251"/>
                  </a:lnTo>
                  <a:cubicBezTo>
                    <a:pt x="2977" y="3989"/>
                    <a:pt x="2763" y="3787"/>
                    <a:pt x="2513" y="3787"/>
                  </a:cubicBezTo>
                  <a:cubicBezTo>
                    <a:pt x="2263" y="3787"/>
                    <a:pt x="2048" y="3989"/>
                    <a:pt x="2048" y="4251"/>
                  </a:cubicBezTo>
                  <a:lnTo>
                    <a:pt x="2048" y="7192"/>
                  </a:lnTo>
                  <a:cubicBezTo>
                    <a:pt x="2048" y="7323"/>
                    <a:pt x="1941" y="7430"/>
                    <a:pt x="1810" y="7430"/>
                  </a:cubicBezTo>
                  <a:cubicBezTo>
                    <a:pt x="1679" y="7430"/>
                    <a:pt x="1572" y="7323"/>
                    <a:pt x="1572" y="7192"/>
                  </a:cubicBezTo>
                  <a:lnTo>
                    <a:pt x="1572" y="393"/>
                  </a:lnTo>
                  <a:cubicBezTo>
                    <a:pt x="1572" y="179"/>
                    <a:pt x="1394" y="0"/>
                    <a:pt x="11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53"/>
            <p:cNvSpPr/>
            <p:nvPr/>
          </p:nvSpPr>
          <p:spPr>
            <a:xfrm>
              <a:off x="6410063" y="4212638"/>
              <a:ext cx="159950" cy="150519"/>
            </a:xfrm>
            <a:custGeom>
              <a:rect b="b" l="l" r="r" t="t"/>
              <a:pathLst>
                <a:path extrusionOk="0" h="4740" w="5037">
                  <a:moveTo>
                    <a:pt x="1429" y="0"/>
                  </a:moveTo>
                  <a:cubicBezTo>
                    <a:pt x="632" y="0"/>
                    <a:pt x="1" y="643"/>
                    <a:pt x="1" y="1429"/>
                  </a:cubicBezTo>
                  <a:lnTo>
                    <a:pt x="1" y="2858"/>
                  </a:lnTo>
                  <a:cubicBezTo>
                    <a:pt x="1" y="2953"/>
                    <a:pt x="72" y="3025"/>
                    <a:pt x="155" y="3025"/>
                  </a:cubicBezTo>
                  <a:cubicBezTo>
                    <a:pt x="251" y="3025"/>
                    <a:pt x="322" y="2953"/>
                    <a:pt x="322" y="2858"/>
                  </a:cubicBezTo>
                  <a:lnTo>
                    <a:pt x="322" y="1429"/>
                  </a:lnTo>
                  <a:cubicBezTo>
                    <a:pt x="322" y="822"/>
                    <a:pt x="810" y="334"/>
                    <a:pt x="1429" y="334"/>
                  </a:cubicBezTo>
                  <a:lnTo>
                    <a:pt x="3608" y="334"/>
                  </a:lnTo>
                  <a:cubicBezTo>
                    <a:pt x="4227" y="334"/>
                    <a:pt x="4715" y="822"/>
                    <a:pt x="4715" y="1429"/>
                  </a:cubicBezTo>
                  <a:lnTo>
                    <a:pt x="4715" y="4144"/>
                  </a:lnTo>
                  <a:cubicBezTo>
                    <a:pt x="4715" y="4275"/>
                    <a:pt x="4608" y="4382"/>
                    <a:pt x="4489" y="4394"/>
                  </a:cubicBezTo>
                  <a:cubicBezTo>
                    <a:pt x="4358" y="4394"/>
                    <a:pt x="4239" y="4287"/>
                    <a:pt x="4239" y="4156"/>
                  </a:cubicBezTo>
                  <a:lnTo>
                    <a:pt x="4239" y="1655"/>
                  </a:lnTo>
                  <a:cubicBezTo>
                    <a:pt x="4239" y="1441"/>
                    <a:pt x="4061" y="1262"/>
                    <a:pt x="3846" y="1262"/>
                  </a:cubicBezTo>
                  <a:cubicBezTo>
                    <a:pt x="3644" y="1262"/>
                    <a:pt x="3465" y="1441"/>
                    <a:pt x="3465" y="1655"/>
                  </a:cubicBezTo>
                  <a:lnTo>
                    <a:pt x="3465" y="2239"/>
                  </a:lnTo>
                  <a:cubicBezTo>
                    <a:pt x="3465" y="2322"/>
                    <a:pt x="3537" y="2394"/>
                    <a:pt x="3632" y="2394"/>
                  </a:cubicBezTo>
                  <a:cubicBezTo>
                    <a:pt x="3715" y="2394"/>
                    <a:pt x="3787" y="2322"/>
                    <a:pt x="3787" y="2239"/>
                  </a:cubicBezTo>
                  <a:lnTo>
                    <a:pt x="3787" y="1655"/>
                  </a:lnTo>
                  <a:cubicBezTo>
                    <a:pt x="3787" y="1620"/>
                    <a:pt x="3814" y="1602"/>
                    <a:pt x="3840" y="1602"/>
                  </a:cubicBezTo>
                  <a:cubicBezTo>
                    <a:pt x="3867" y="1602"/>
                    <a:pt x="3894" y="1620"/>
                    <a:pt x="3894" y="1655"/>
                  </a:cubicBezTo>
                  <a:lnTo>
                    <a:pt x="3894" y="4156"/>
                  </a:lnTo>
                  <a:cubicBezTo>
                    <a:pt x="3894" y="4382"/>
                    <a:pt x="4049" y="4596"/>
                    <a:pt x="4251" y="4691"/>
                  </a:cubicBezTo>
                  <a:cubicBezTo>
                    <a:pt x="4323" y="4715"/>
                    <a:pt x="4406" y="4739"/>
                    <a:pt x="4489" y="4739"/>
                  </a:cubicBezTo>
                  <a:cubicBezTo>
                    <a:pt x="4799" y="4715"/>
                    <a:pt x="5037" y="4465"/>
                    <a:pt x="5037" y="4156"/>
                  </a:cubicBezTo>
                  <a:lnTo>
                    <a:pt x="5037" y="1429"/>
                  </a:lnTo>
                  <a:cubicBezTo>
                    <a:pt x="5037" y="643"/>
                    <a:pt x="4406" y="0"/>
                    <a:pt x="360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2" name="Google Shape;2202;p53"/>
          <p:cNvGrpSpPr/>
          <p:nvPr/>
        </p:nvGrpSpPr>
        <p:grpSpPr>
          <a:xfrm>
            <a:off x="1099940" y="2592692"/>
            <a:ext cx="214378" cy="364135"/>
            <a:chOff x="6924652" y="4135505"/>
            <a:chExt cx="214378" cy="364135"/>
          </a:xfrm>
        </p:grpSpPr>
        <p:sp>
          <p:nvSpPr>
            <p:cNvPr id="2203" name="Google Shape;2203;p53"/>
            <p:cNvSpPr/>
            <p:nvPr/>
          </p:nvSpPr>
          <p:spPr>
            <a:xfrm>
              <a:off x="6996482" y="4135505"/>
              <a:ext cx="70718" cy="71099"/>
            </a:xfrm>
            <a:custGeom>
              <a:rect b="b" l="l" r="r" t="t"/>
              <a:pathLst>
                <a:path extrusionOk="0" h="2239" w="2227">
                  <a:moveTo>
                    <a:pt x="1119" y="346"/>
                  </a:moveTo>
                  <a:cubicBezTo>
                    <a:pt x="1548" y="346"/>
                    <a:pt x="1893" y="691"/>
                    <a:pt x="1893" y="1120"/>
                  </a:cubicBezTo>
                  <a:cubicBezTo>
                    <a:pt x="1893" y="1548"/>
                    <a:pt x="1548" y="1894"/>
                    <a:pt x="1119" y="1894"/>
                  </a:cubicBezTo>
                  <a:cubicBezTo>
                    <a:pt x="679" y="1894"/>
                    <a:pt x="345" y="1548"/>
                    <a:pt x="345" y="1120"/>
                  </a:cubicBezTo>
                  <a:cubicBezTo>
                    <a:pt x="345" y="691"/>
                    <a:pt x="703" y="346"/>
                    <a:pt x="1119" y="346"/>
                  </a:cubicBezTo>
                  <a:close/>
                  <a:moveTo>
                    <a:pt x="1119" y="1"/>
                  </a:moveTo>
                  <a:cubicBezTo>
                    <a:pt x="500" y="1"/>
                    <a:pt x="0" y="513"/>
                    <a:pt x="0" y="1120"/>
                  </a:cubicBezTo>
                  <a:cubicBezTo>
                    <a:pt x="12" y="1727"/>
                    <a:pt x="500" y="2239"/>
                    <a:pt x="1119" y="2239"/>
                  </a:cubicBezTo>
                  <a:cubicBezTo>
                    <a:pt x="1727" y="2239"/>
                    <a:pt x="2227" y="1727"/>
                    <a:pt x="2227" y="1120"/>
                  </a:cubicBezTo>
                  <a:cubicBezTo>
                    <a:pt x="2227" y="513"/>
                    <a:pt x="1727" y="1"/>
                    <a:pt x="111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53"/>
            <p:cNvSpPr/>
            <p:nvPr/>
          </p:nvSpPr>
          <p:spPr>
            <a:xfrm>
              <a:off x="7018012" y="4345183"/>
              <a:ext cx="88882" cy="154456"/>
            </a:xfrm>
            <a:custGeom>
              <a:rect b="b" l="l" r="r" t="t"/>
              <a:pathLst>
                <a:path extrusionOk="0" h="4864" w="2799">
                  <a:moveTo>
                    <a:pt x="2293" y="0"/>
                  </a:moveTo>
                  <a:cubicBezTo>
                    <a:pt x="2280" y="0"/>
                    <a:pt x="2266" y="2"/>
                    <a:pt x="2251" y="6"/>
                  </a:cubicBezTo>
                  <a:cubicBezTo>
                    <a:pt x="2168" y="41"/>
                    <a:pt x="2108" y="125"/>
                    <a:pt x="2132" y="220"/>
                  </a:cubicBezTo>
                  <a:lnTo>
                    <a:pt x="2358" y="1077"/>
                  </a:lnTo>
                  <a:lnTo>
                    <a:pt x="1549" y="1077"/>
                  </a:lnTo>
                  <a:cubicBezTo>
                    <a:pt x="1465" y="1077"/>
                    <a:pt x="1394" y="1160"/>
                    <a:pt x="1394" y="1244"/>
                  </a:cubicBezTo>
                  <a:lnTo>
                    <a:pt x="1394" y="4280"/>
                  </a:lnTo>
                  <a:cubicBezTo>
                    <a:pt x="1394" y="4411"/>
                    <a:pt x="1287" y="4518"/>
                    <a:pt x="1156" y="4518"/>
                  </a:cubicBezTo>
                  <a:cubicBezTo>
                    <a:pt x="1013" y="4518"/>
                    <a:pt x="918" y="4411"/>
                    <a:pt x="918" y="4280"/>
                  </a:cubicBezTo>
                  <a:lnTo>
                    <a:pt x="918" y="1244"/>
                  </a:lnTo>
                  <a:cubicBezTo>
                    <a:pt x="918" y="1160"/>
                    <a:pt x="834" y="1077"/>
                    <a:pt x="751" y="1077"/>
                  </a:cubicBezTo>
                  <a:lnTo>
                    <a:pt x="168" y="1077"/>
                  </a:lnTo>
                  <a:cubicBezTo>
                    <a:pt x="84" y="1077"/>
                    <a:pt x="1" y="1160"/>
                    <a:pt x="1" y="1244"/>
                  </a:cubicBezTo>
                  <a:lnTo>
                    <a:pt x="1" y="2482"/>
                  </a:lnTo>
                  <a:cubicBezTo>
                    <a:pt x="1" y="2565"/>
                    <a:pt x="84" y="2649"/>
                    <a:pt x="168" y="2649"/>
                  </a:cubicBezTo>
                  <a:cubicBezTo>
                    <a:pt x="263" y="2649"/>
                    <a:pt x="334" y="2565"/>
                    <a:pt x="334" y="2482"/>
                  </a:cubicBezTo>
                  <a:lnTo>
                    <a:pt x="334" y="1422"/>
                  </a:lnTo>
                  <a:lnTo>
                    <a:pt x="584" y="1422"/>
                  </a:lnTo>
                  <a:lnTo>
                    <a:pt x="584" y="4280"/>
                  </a:lnTo>
                  <a:cubicBezTo>
                    <a:pt x="584" y="4589"/>
                    <a:pt x="834" y="4863"/>
                    <a:pt x="1168" y="4863"/>
                  </a:cubicBezTo>
                  <a:cubicBezTo>
                    <a:pt x="1477" y="4863"/>
                    <a:pt x="1751" y="4601"/>
                    <a:pt x="1751" y="4280"/>
                  </a:cubicBezTo>
                  <a:lnTo>
                    <a:pt x="1751" y="1422"/>
                  </a:lnTo>
                  <a:lnTo>
                    <a:pt x="2608" y="1422"/>
                  </a:lnTo>
                  <a:cubicBezTo>
                    <a:pt x="2715" y="1422"/>
                    <a:pt x="2799" y="1315"/>
                    <a:pt x="2775" y="1208"/>
                  </a:cubicBezTo>
                  <a:lnTo>
                    <a:pt x="2465" y="125"/>
                  </a:lnTo>
                  <a:cubicBezTo>
                    <a:pt x="2435" y="54"/>
                    <a:pt x="2370" y="0"/>
                    <a:pt x="22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53"/>
            <p:cNvSpPr/>
            <p:nvPr/>
          </p:nvSpPr>
          <p:spPr>
            <a:xfrm>
              <a:off x="6948850" y="4212638"/>
              <a:ext cx="190181" cy="149884"/>
            </a:xfrm>
            <a:custGeom>
              <a:rect b="b" l="l" r="r" t="t"/>
              <a:pathLst>
                <a:path extrusionOk="0" h="4720" w="5989">
                  <a:moveTo>
                    <a:pt x="1548" y="0"/>
                  </a:moveTo>
                  <a:cubicBezTo>
                    <a:pt x="917" y="0"/>
                    <a:pt x="369" y="417"/>
                    <a:pt x="179" y="1012"/>
                  </a:cubicBezTo>
                  <a:lnTo>
                    <a:pt x="179" y="1024"/>
                  </a:lnTo>
                  <a:lnTo>
                    <a:pt x="24" y="1596"/>
                  </a:lnTo>
                  <a:cubicBezTo>
                    <a:pt x="0" y="1679"/>
                    <a:pt x="60" y="1774"/>
                    <a:pt x="143" y="1798"/>
                  </a:cubicBezTo>
                  <a:cubicBezTo>
                    <a:pt x="160" y="1805"/>
                    <a:pt x="177" y="1809"/>
                    <a:pt x="194" y="1809"/>
                  </a:cubicBezTo>
                  <a:cubicBezTo>
                    <a:pt x="262" y="1809"/>
                    <a:pt x="329" y="1755"/>
                    <a:pt x="357" y="1679"/>
                  </a:cubicBezTo>
                  <a:lnTo>
                    <a:pt x="500" y="1132"/>
                  </a:lnTo>
                  <a:lnTo>
                    <a:pt x="500" y="1120"/>
                  </a:lnTo>
                  <a:cubicBezTo>
                    <a:pt x="631" y="655"/>
                    <a:pt x="1072" y="334"/>
                    <a:pt x="1548" y="334"/>
                  </a:cubicBezTo>
                  <a:lnTo>
                    <a:pt x="3727" y="334"/>
                  </a:lnTo>
                  <a:cubicBezTo>
                    <a:pt x="4203" y="334"/>
                    <a:pt x="4643" y="655"/>
                    <a:pt x="4774" y="1120"/>
                  </a:cubicBezTo>
                  <a:lnTo>
                    <a:pt x="4774" y="1132"/>
                  </a:lnTo>
                  <a:lnTo>
                    <a:pt x="5596" y="4084"/>
                  </a:lnTo>
                  <a:cubicBezTo>
                    <a:pt x="5620" y="4191"/>
                    <a:pt x="5548" y="4334"/>
                    <a:pt x="5429" y="4382"/>
                  </a:cubicBezTo>
                  <a:cubicBezTo>
                    <a:pt x="5414" y="4385"/>
                    <a:pt x="5398" y="4386"/>
                    <a:pt x="5383" y="4386"/>
                  </a:cubicBezTo>
                  <a:cubicBezTo>
                    <a:pt x="5278" y="4386"/>
                    <a:pt x="5173" y="4319"/>
                    <a:pt x="5132" y="4215"/>
                  </a:cubicBezTo>
                  <a:lnTo>
                    <a:pt x="4382" y="1560"/>
                  </a:lnTo>
                  <a:cubicBezTo>
                    <a:pt x="4346" y="1405"/>
                    <a:pt x="4179" y="1286"/>
                    <a:pt x="4012" y="1286"/>
                  </a:cubicBezTo>
                  <a:cubicBezTo>
                    <a:pt x="3762" y="1286"/>
                    <a:pt x="3572" y="1524"/>
                    <a:pt x="3631" y="1774"/>
                  </a:cubicBezTo>
                  <a:lnTo>
                    <a:pt x="4131" y="3751"/>
                  </a:lnTo>
                  <a:cubicBezTo>
                    <a:pt x="4161" y="3830"/>
                    <a:pt x="4223" y="3876"/>
                    <a:pt x="4298" y="3876"/>
                  </a:cubicBezTo>
                  <a:cubicBezTo>
                    <a:pt x="4313" y="3876"/>
                    <a:pt x="4329" y="3874"/>
                    <a:pt x="4346" y="3870"/>
                  </a:cubicBezTo>
                  <a:cubicBezTo>
                    <a:pt x="4429" y="3834"/>
                    <a:pt x="4489" y="3751"/>
                    <a:pt x="4465" y="3656"/>
                  </a:cubicBezTo>
                  <a:lnTo>
                    <a:pt x="3953" y="1679"/>
                  </a:lnTo>
                  <a:cubicBezTo>
                    <a:pt x="3946" y="1637"/>
                    <a:pt x="3980" y="1607"/>
                    <a:pt x="4012" y="1607"/>
                  </a:cubicBezTo>
                  <a:cubicBezTo>
                    <a:pt x="4034" y="1607"/>
                    <a:pt x="4055" y="1621"/>
                    <a:pt x="4060" y="1655"/>
                  </a:cubicBezTo>
                  <a:lnTo>
                    <a:pt x="4798" y="4299"/>
                  </a:lnTo>
                  <a:cubicBezTo>
                    <a:pt x="4879" y="4552"/>
                    <a:pt x="5116" y="4719"/>
                    <a:pt x="5368" y="4719"/>
                  </a:cubicBezTo>
                  <a:cubicBezTo>
                    <a:pt x="5412" y="4719"/>
                    <a:pt x="5456" y="4714"/>
                    <a:pt x="5501" y="4703"/>
                  </a:cubicBezTo>
                  <a:cubicBezTo>
                    <a:pt x="5810" y="4620"/>
                    <a:pt x="5989" y="4287"/>
                    <a:pt x="5917" y="3989"/>
                  </a:cubicBezTo>
                  <a:lnTo>
                    <a:pt x="5096" y="1024"/>
                  </a:lnTo>
                  <a:lnTo>
                    <a:pt x="5096" y="1012"/>
                  </a:lnTo>
                  <a:cubicBezTo>
                    <a:pt x="4917" y="417"/>
                    <a:pt x="4358" y="0"/>
                    <a:pt x="372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53"/>
            <p:cNvSpPr/>
            <p:nvPr/>
          </p:nvSpPr>
          <p:spPr>
            <a:xfrm>
              <a:off x="6924652" y="4252331"/>
              <a:ext cx="103617" cy="245815"/>
            </a:xfrm>
            <a:custGeom>
              <a:rect b="b" l="l" r="r" t="t"/>
              <a:pathLst>
                <a:path extrusionOk="0" h="7741" w="3263">
                  <a:moveTo>
                    <a:pt x="1988" y="1"/>
                  </a:moveTo>
                  <a:cubicBezTo>
                    <a:pt x="1810" y="1"/>
                    <a:pt x="1667" y="120"/>
                    <a:pt x="1619" y="286"/>
                  </a:cubicBezTo>
                  <a:lnTo>
                    <a:pt x="881" y="2930"/>
                  </a:lnTo>
                  <a:cubicBezTo>
                    <a:pt x="851" y="3030"/>
                    <a:pt x="754" y="3105"/>
                    <a:pt x="645" y="3105"/>
                  </a:cubicBezTo>
                  <a:cubicBezTo>
                    <a:pt x="625" y="3105"/>
                    <a:pt x="604" y="3102"/>
                    <a:pt x="583" y="3096"/>
                  </a:cubicBezTo>
                  <a:cubicBezTo>
                    <a:pt x="464" y="3072"/>
                    <a:pt x="381" y="2930"/>
                    <a:pt x="417" y="2799"/>
                  </a:cubicBezTo>
                  <a:lnTo>
                    <a:pt x="905" y="1048"/>
                  </a:lnTo>
                  <a:cubicBezTo>
                    <a:pt x="941" y="953"/>
                    <a:pt x="881" y="870"/>
                    <a:pt x="786" y="834"/>
                  </a:cubicBezTo>
                  <a:cubicBezTo>
                    <a:pt x="773" y="830"/>
                    <a:pt x="760" y="829"/>
                    <a:pt x="748" y="829"/>
                  </a:cubicBezTo>
                  <a:cubicBezTo>
                    <a:pt x="675" y="829"/>
                    <a:pt x="604" y="882"/>
                    <a:pt x="583" y="953"/>
                  </a:cubicBezTo>
                  <a:lnTo>
                    <a:pt x="83" y="2715"/>
                  </a:lnTo>
                  <a:cubicBezTo>
                    <a:pt x="0" y="3013"/>
                    <a:pt x="191" y="3334"/>
                    <a:pt x="488" y="3406"/>
                  </a:cubicBezTo>
                  <a:cubicBezTo>
                    <a:pt x="541" y="3423"/>
                    <a:pt x="594" y="3430"/>
                    <a:pt x="647" y="3430"/>
                  </a:cubicBezTo>
                  <a:cubicBezTo>
                    <a:pt x="895" y="3430"/>
                    <a:pt x="1132" y="3258"/>
                    <a:pt x="1191" y="3013"/>
                  </a:cubicBezTo>
                  <a:lnTo>
                    <a:pt x="1929" y="358"/>
                  </a:lnTo>
                  <a:cubicBezTo>
                    <a:pt x="1938" y="329"/>
                    <a:pt x="1964" y="315"/>
                    <a:pt x="1988" y="315"/>
                  </a:cubicBezTo>
                  <a:cubicBezTo>
                    <a:pt x="2024" y="315"/>
                    <a:pt x="2057" y="344"/>
                    <a:pt x="2036" y="393"/>
                  </a:cubicBezTo>
                  <a:lnTo>
                    <a:pt x="1083" y="4096"/>
                  </a:lnTo>
                  <a:cubicBezTo>
                    <a:pt x="1060" y="4203"/>
                    <a:pt x="1143" y="4299"/>
                    <a:pt x="1250" y="4299"/>
                  </a:cubicBezTo>
                  <a:lnTo>
                    <a:pt x="2107" y="4299"/>
                  </a:lnTo>
                  <a:lnTo>
                    <a:pt x="2107" y="7156"/>
                  </a:lnTo>
                  <a:cubicBezTo>
                    <a:pt x="2107" y="7478"/>
                    <a:pt x="2346" y="7728"/>
                    <a:pt x="2667" y="7740"/>
                  </a:cubicBezTo>
                  <a:cubicBezTo>
                    <a:pt x="2676" y="7740"/>
                    <a:pt x="2684" y="7740"/>
                    <a:pt x="2693" y="7740"/>
                  </a:cubicBezTo>
                  <a:cubicBezTo>
                    <a:pt x="2922" y="7740"/>
                    <a:pt x="3146" y="7589"/>
                    <a:pt x="3227" y="7371"/>
                  </a:cubicBezTo>
                  <a:cubicBezTo>
                    <a:pt x="3262" y="7311"/>
                    <a:pt x="3262" y="7240"/>
                    <a:pt x="3262" y="7156"/>
                  </a:cubicBezTo>
                  <a:lnTo>
                    <a:pt x="3262" y="6025"/>
                  </a:lnTo>
                  <a:cubicBezTo>
                    <a:pt x="3262" y="5966"/>
                    <a:pt x="3179" y="5894"/>
                    <a:pt x="3096" y="5894"/>
                  </a:cubicBezTo>
                  <a:cubicBezTo>
                    <a:pt x="3000" y="5894"/>
                    <a:pt x="2929" y="5966"/>
                    <a:pt x="2929" y="6061"/>
                  </a:cubicBezTo>
                  <a:lnTo>
                    <a:pt x="2929" y="7192"/>
                  </a:lnTo>
                  <a:cubicBezTo>
                    <a:pt x="2929" y="7323"/>
                    <a:pt x="2810" y="7430"/>
                    <a:pt x="2679" y="7430"/>
                  </a:cubicBezTo>
                  <a:cubicBezTo>
                    <a:pt x="2560" y="7430"/>
                    <a:pt x="2453" y="7311"/>
                    <a:pt x="2453" y="7180"/>
                  </a:cubicBezTo>
                  <a:lnTo>
                    <a:pt x="2453" y="4156"/>
                  </a:lnTo>
                  <a:cubicBezTo>
                    <a:pt x="2453" y="4061"/>
                    <a:pt x="2381" y="3989"/>
                    <a:pt x="2286" y="3989"/>
                  </a:cubicBezTo>
                  <a:lnTo>
                    <a:pt x="1488" y="3989"/>
                  </a:lnTo>
                  <a:lnTo>
                    <a:pt x="2381" y="489"/>
                  </a:lnTo>
                  <a:cubicBezTo>
                    <a:pt x="2441" y="251"/>
                    <a:pt x="2250" y="1"/>
                    <a:pt x="198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207" name="Google Shape;2207;p53"/>
          <p:cNvCxnSpPr>
            <a:stCxn id="2193" idx="3"/>
            <a:endCxn id="2194" idx="1"/>
          </p:cNvCxnSpPr>
          <p:nvPr/>
        </p:nvCxnSpPr>
        <p:spPr>
          <a:xfrm>
            <a:off x="1844288" y="2626250"/>
            <a:ext cx="640800" cy="0"/>
          </a:xfrm>
          <a:prstGeom prst="straightConnector1">
            <a:avLst/>
          </a:prstGeom>
          <a:noFill/>
          <a:ln cap="flat" cmpd="sng" w="9525">
            <a:solidFill>
              <a:schemeClr val="dk2"/>
            </a:solidFill>
            <a:prstDash val="solid"/>
            <a:round/>
            <a:headEnd len="med" w="med" type="none"/>
            <a:tailEnd len="med" w="med" type="triangle"/>
          </a:ln>
        </p:spPr>
      </p:cxnSp>
      <p:cxnSp>
        <p:nvCxnSpPr>
          <p:cNvPr id="2208" name="Google Shape;2208;p53"/>
          <p:cNvCxnSpPr>
            <a:stCxn id="2194" idx="3"/>
            <a:endCxn id="2195" idx="1"/>
          </p:cNvCxnSpPr>
          <p:nvPr/>
        </p:nvCxnSpPr>
        <p:spPr>
          <a:xfrm>
            <a:off x="4388088" y="2626250"/>
            <a:ext cx="747600" cy="0"/>
          </a:xfrm>
          <a:prstGeom prst="straightConnector1">
            <a:avLst/>
          </a:prstGeom>
          <a:noFill/>
          <a:ln cap="flat" cmpd="sng" w="9525">
            <a:solidFill>
              <a:schemeClr val="dk2"/>
            </a:solidFill>
            <a:prstDash val="solid"/>
            <a:round/>
            <a:headEnd len="med" w="med" type="none"/>
            <a:tailEnd len="med" w="med" type="triangle"/>
          </a:ln>
        </p:spPr>
      </p:cxnSp>
      <p:cxnSp>
        <p:nvCxnSpPr>
          <p:cNvPr id="2209" name="Google Shape;2209;p53"/>
          <p:cNvCxnSpPr>
            <a:stCxn id="2194" idx="1"/>
            <a:endCxn id="2193" idx="3"/>
          </p:cNvCxnSpPr>
          <p:nvPr/>
        </p:nvCxnSpPr>
        <p:spPr>
          <a:xfrm rot="10800000">
            <a:off x="1844388" y="2626250"/>
            <a:ext cx="640800" cy="0"/>
          </a:xfrm>
          <a:prstGeom prst="straightConnector1">
            <a:avLst/>
          </a:prstGeom>
          <a:noFill/>
          <a:ln cap="flat" cmpd="sng" w="9525">
            <a:solidFill>
              <a:schemeClr val="dk2"/>
            </a:solidFill>
            <a:prstDash val="solid"/>
            <a:round/>
            <a:headEnd len="med" w="med" type="none"/>
            <a:tailEnd len="med" w="med" type="triangle"/>
          </a:ln>
        </p:spPr>
      </p:cxnSp>
      <p:cxnSp>
        <p:nvCxnSpPr>
          <p:cNvPr id="2210" name="Google Shape;2210;p53"/>
          <p:cNvCxnSpPr>
            <a:stCxn id="2195" idx="1"/>
            <a:endCxn id="2194" idx="3"/>
          </p:cNvCxnSpPr>
          <p:nvPr/>
        </p:nvCxnSpPr>
        <p:spPr>
          <a:xfrm rot="10800000">
            <a:off x="4388238" y="2626250"/>
            <a:ext cx="747300" cy="0"/>
          </a:xfrm>
          <a:prstGeom prst="straightConnector1">
            <a:avLst/>
          </a:prstGeom>
          <a:noFill/>
          <a:ln cap="flat" cmpd="sng" w="9525">
            <a:solidFill>
              <a:schemeClr val="dk2"/>
            </a:solidFill>
            <a:prstDash val="solid"/>
            <a:round/>
            <a:headEnd len="med" w="med" type="none"/>
            <a:tailEnd len="med" w="med" type="triangle"/>
          </a:ln>
        </p:spPr>
      </p:cxnSp>
      <p:cxnSp>
        <p:nvCxnSpPr>
          <p:cNvPr id="2211" name="Google Shape;2211;p53"/>
          <p:cNvCxnSpPr>
            <a:stCxn id="2195" idx="3"/>
            <a:endCxn id="2196" idx="1"/>
          </p:cNvCxnSpPr>
          <p:nvPr/>
        </p:nvCxnSpPr>
        <p:spPr>
          <a:xfrm>
            <a:off x="6685938" y="2626250"/>
            <a:ext cx="613800" cy="0"/>
          </a:xfrm>
          <a:prstGeom prst="straightConnector1">
            <a:avLst/>
          </a:prstGeom>
          <a:noFill/>
          <a:ln cap="flat" cmpd="sng" w="9525">
            <a:solidFill>
              <a:schemeClr val="dk2"/>
            </a:solidFill>
            <a:prstDash val="solid"/>
            <a:round/>
            <a:headEnd len="med" w="med" type="none"/>
            <a:tailEnd len="med" w="med" type="triangle"/>
          </a:ln>
        </p:spPr>
      </p:cxnSp>
      <p:cxnSp>
        <p:nvCxnSpPr>
          <p:cNvPr id="2212" name="Google Shape;2212;p53"/>
          <p:cNvCxnSpPr>
            <a:stCxn id="2196" idx="1"/>
            <a:endCxn id="2195" idx="3"/>
          </p:cNvCxnSpPr>
          <p:nvPr/>
        </p:nvCxnSpPr>
        <p:spPr>
          <a:xfrm rot="10800000">
            <a:off x="6685913" y="2626250"/>
            <a:ext cx="613800" cy="0"/>
          </a:xfrm>
          <a:prstGeom prst="straightConnector1">
            <a:avLst/>
          </a:prstGeom>
          <a:noFill/>
          <a:ln cap="flat" cmpd="sng" w="9525">
            <a:solidFill>
              <a:schemeClr val="dk2"/>
            </a:solidFill>
            <a:prstDash val="solid"/>
            <a:round/>
            <a:headEnd len="med" w="med" type="none"/>
            <a:tailEnd len="med" w="med" type="triangle"/>
          </a:ln>
        </p:spPr>
      </p:cxnSp>
      <p:sp>
        <p:nvSpPr>
          <p:cNvPr id="2213" name="Google Shape;2213;p53"/>
          <p:cNvSpPr txBox="1"/>
          <p:nvPr/>
        </p:nvSpPr>
        <p:spPr>
          <a:xfrm>
            <a:off x="605750" y="2137550"/>
            <a:ext cx="926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Nunito Sans"/>
                <a:ea typeface="Nunito Sans"/>
                <a:cs typeface="Nunito Sans"/>
                <a:sym typeface="Nunito Sans"/>
              </a:rPr>
              <a:t>Users</a:t>
            </a:r>
            <a:endParaRPr b="1">
              <a:latin typeface="Nunito Sans"/>
              <a:ea typeface="Nunito Sans"/>
              <a:cs typeface="Nunito Sans"/>
              <a:sym typeface="Nunito Sans"/>
            </a:endParaRPr>
          </a:p>
        </p:txBody>
      </p:sp>
      <p:sp>
        <p:nvSpPr>
          <p:cNvPr id="2214" name="Google Shape;2214;p53"/>
          <p:cNvSpPr txBox="1"/>
          <p:nvPr/>
        </p:nvSpPr>
        <p:spPr>
          <a:xfrm>
            <a:off x="2485200" y="2137550"/>
            <a:ext cx="1902900" cy="1294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solidFill>
                  <a:schemeClr val="dk1"/>
                </a:solidFill>
                <a:latin typeface="Nunito Sans"/>
                <a:ea typeface="Nunito Sans"/>
                <a:cs typeface="Nunito Sans"/>
                <a:sym typeface="Nunito Sans"/>
              </a:rPr>
              <a:t>Presentation Layer</a:t>
            </a:r>
            <a:endParaRPr b="1">
              <a:solidFill>
                <a:schemeClr val="dk1"/>
              </a:solidFill>
              <a:latin typeface="Nunito Sans"/>
              <a:ea typeface="Nunito Sans"/>
              <a:cs typeface="Nunito Sans"/>
              <a:sym typeface="Nunito Sans"/>
            </a:endParaRPr>
          </a:p>
          <a:p>
            <a:pPr indent="0" lvl="0" marL="0" rtl="0" algn="ctr">
              <a:spcBef>
                <a:spcPts val="0"/>
              </a:spcBef>
              <a:spcAft>
                <a:spcPts val="0"/>
              </a:spcAft>
              <a:buNone/>
            </a:pPr>
            <a:r>
              <a:rPr lang="en">
                <a:solidFill>
                  <a:schemeClr val="dk1"/>
                </a:solidFill>
                <a:latin typeface="Nunito Sans"/>
                <a:ea typeface="Nunito Sans"/>
                <a:cs typeface="Nunito Sans"/>
                <a:sym typeface="Nunito Sans"/>
              </a:rPr>
              <a:t>Next.js</a:t>
            </a:r>
            <a:endParaRPr>
              <a:solidFill>
                <a:schemeClr val="dk1"/>
              </a:solidFill>
              <a:latin typeface="Nunito Sans"/>
              <a:ea typeface="Nunito Sans"/>
              <a:cs typeface="Nunito Sans"/>
              <a:sym typeface="Nunito Sans"/>
            </a:endParaRPr>
          </a:p>
          <a:p>
            <a:pPr indent="0" lvl="0" marL="0" rtl="0" algn="ctr">
              <a:spcBef>
                <a:spcPts val="0"/>
              </a:spcBef>
              <a:spcAft>
                <a:spcPts val="0"/>
              </a:spcAft>
              <a:buNone/>
            </a:pPr>
            <a:r>
              <a:rPr lang="en">
                <a:solidFill>
                  <a:schemeClr val="dk1"/>
                </a:solidFill>
                <a:latin typeface="Nunito Sans"/>
                <a:ea typeface="Nunito Sans"/>
                <a:cs typeface="Nunito Sans"/>
                <a:sym typeface="Nunito Sans"/>
              </a:rPr>
              <a:t>React</a:t>
            </a:r>
            <a:endParaRPr>
              <a:solidFill>
                <a:schemeClr val="dk1"/>
              </a:solidFill>
              <a:latin typeface="Nunito Sans"/>
              <a:ea typeface="Nunito Sans"/>
              <a:cs typeface="Nunito Sans"/>
              <a:sym typeface="Nunito Sans"/>
            </a:endParaRPr>
          </a:p>
          <a:p>
            <a:pPr indent="0" lvl="0" marL="0" rtl="0" algn="ctr">
              <a:spcBef>
                <a:spcPts val="0"/>
              </a:spcBef>
              <a:spcAft>
                <a:spcPts val="0"/>
              </a:spcAft>
              <a:buNone/>
            </a:pPr>
            <a:r>
              <a:rPr lang="en">
                <a:solidFill>
                  <a:schemeClr val="dk1"/>
                </a:solidFill>
                <a:latin typeface="Nunito Sans"/>
                <a:ea typeface="Nunito Sans"/>
                <a:cs typeface="Nunito Sans"/>
                <a:sym typeface="Nunito Sans"/>
              </a:rPr>
              <a:t>AntUI</a:t>
            </a:r>
            <a:endParaRPr>
              <a:solidFill>
                <a:schemeClr val="dk1"/>
              </a:solidFill>
              <a:latin typeface="Nunito Sans"/>
              <a:ea typeface="Nunito Sans"/>
              <a:cs typeface="Nunito Sans"/>
              <a:sym typeface="Nunito Sans"/>
            </a:endParaRPr>
          </a:p>
          <a:p>
            <a:pPr indent="0" lvl="0" marL="0" rtl="0" algn="ctr">
              <a:spcBef>
                <a:spcPts val="0"/>
              </a:spcBef>
              <a:spcAft>
                <a:spcPts val="0"/>
              </a:spcAft>
              <a:buNone/>
            </a:pPr>
            <a:r>
              <a:t/>
            </a:r>
            <a:endParaRPr b="1">
              <a:latin typeface="Nunito Sans"/>
              <a:ea typeface="Nunito Sans"/>
              <a:cs typeface="Nunito Sans"/>
              <a:sym typeface="Nunito Sans"/>
            </a:endParaRPr>
          </a:p>
        </p:txBody>
      </p:sp>
      <p:sp>
        <p:nvSpPr>
          <p:cNvPr id="2215" name="Google Shape;2215;p53"/>
          <p:cNvSpPr txBox="1"/>
          <p:nvPr/>
        </p:nvSpPr>
        <p:spPr>
          <a:xfrm>
            <a:off x="5135700" y="2137550"/>
            <a:ext cx="1550400" cy="863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latin typeface="Nunito Sans"/>
                <a:ea typeface="Nunito Sans"/>
                <a:cs typeface="Nunito Sans"/>
                <a:sym typeface="Nunito Sans"/>
              </a:rPr>
              <a:t>Logic Layer</a:t>
            </a:r>
            <a:endParaRPr b="1">
              <a:latin typeface="Nunito Sans"/>
              <a:ea typeface="Nunito Sans"/>
              <a:cs typeface="Nunito Sans"/>
              <a:sym typeface="Nunito Sans"/>
            </a:endParaRPr>
          </a:p>
          <a:p>
            <a:pPr indent="457200" lvl="0" marL="0" rtl="0" algn="l">
              <a:spcBef>
                <a:spcPts val="0"/>
              </a:spcBef>
              <a:spcAft>
                <a:spcPts val="0"/>
              </a:spcAft>
              <a:buNone/>
            </a:pPr>
            <a:r>
              <a:rPr lang="en">
                <a:latin typeface="Nunito Sans"/>
                <a:ea typeface="Nunito Sans"/>
                <a:cs typeface="Nunito Sans"/>
                <a:sym typeface="Nunito Sans"/>
              </a:rPr>
              <a:t>Nest.js</a:t>
            </a:r>
            <a:endParaRPr>
              <a:latin typeface="Nunito Sans"/>
              <a:ea typeface="Nunito Sans"/>
              <a:cs typeface="Nunito Sans"/>
              <a:sym typeface="Nunito Sans"/>
            </a:endParaRPr>
          </a:p>
          <a:p>
            <a:pPr indent="0" lvl="0" marL="0" rtl="0" algn="ctr">
              <a:spcBef>
                <a:spcPts val="0"/>
              </a:spcBef>
              <a:spcAft>
                <a:spcPts val="0"/>
              </a:spcAft>
              <a:buNone/>
            </a:pPr>
            <a:r>
              <a:rPr lang="en">
                <a:latin typeface="Nunito Sans"/>
                <a:ea typeface="Nunito Sans"/>
                <a:cs typeface="Nunito Sans"/>
                <a:sym typeface="Nunito Sans"/>
              </a:rPr>
              <a:t>TypeScript</a:t>
            </a:r>
            <a:endParaRPr b="1">
              <a:latin typeface="Nunito Sans"/>
              <a:ea typeface="Nunito Sans"/>
              <a:cs typeface="Nunito Sans"/>
              <a:sym typeface="Nunito Sans"/>
            </a:endParaRPr>
          </a:p>
        </p:txBody>
      </p:sp>
      <p:sp>
        <p:nvSpPr>
          <p:cNvPr id="2216" name="Google Shape;2216;p53"/>
          <p:cNvSpPr txBox="1"/>
          <p:nvPr/>
        </p:nvSpPr>
        <p:spPr>
          <a:xfrm>
            <a:off x="7320450" y="2137550"/>
            <a:ext cx="15297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latin typeface="Nunito Sans"/>
                <a:ea typeface="Nunito Sans"/>
                <a:cs typeface="Nunito Sans"/>
                <a:sym typeface="Nunito Sans"/>
              </a:rPr>
              <a:t>Data Layer</a:t>
            </a:r>
            <a:endParaRPr>
              <a:latin typeface="Nunito Sans"/>
              <a:ea typeface="Nunito Sans"/>
              <a:cs typeface="Nunito Sans"/>
              <a:sym typeface="Nunito Sans"/>
            </a:endParaRPr>
          </a:p>
          <a:p>
            <a:pPr indent="0" lvl="0" marL="0" rtl="0" algn="ctr">
              <a:spcBef>
                <a:spcPts val="0"/>
              </a:spcBef>
              <a:spcAft>
                <a:spcPts val="0"/>
              </a:spcAft>
              <a:buNone/>
            </a:pPr>
            <a:r>
              <a:rPr lang="en">
                <a:latin typeface="Nunito Sans"/>
                <a:ea typeface="Nunito Sans"/>
                <a:cs typeface="Nunito Sans"/>
                <a:sym typeface="Nunito Sans"/>
              </a:rPr>
              <a:t>MongoDB</a:t>
            </a:r>
            <a:endParaRPr b="1">
              <a:latin typeface="Nunito Sans"/>
              <a:ea typeface="Nunito Sans"/>
              <a:cs typeface="Nunito Sans"/>
              <a:sym typeface="Nuni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0" name="Shape 2220"/>
        <p:cNvGrpSpPr/>
        <p:nvPr/>
      </p:nvGrpSpPr>
      <p:grpSpPr>
        <a:xfrm>
          <a:off x="0" y="0"/>
          <a:ext cx="0" cy="0"/>
          <a:chOff x="0" y="0"/>
          <a:chExt cx="0" cy="0"/>
        </a:xfrm>
      </p:grpSpPr>
      <p:sp>
        <p:nvSpPr>
          <p:cNvPr id="2221" name="Google Shape;2221;p54"/>
          <p:cNvSpPr txBox="1"/>
          <p:nvPr>
            <p:ph idx="4294967295" type="title"/>
          </p:nvPr>
        </p:nvSpPr>
        <p:spPr>
          <a:xfrm>
            <a:off x="1823550" y="329653"/>
            <a:ext cx="5496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Example Request</a:t>
            </a:r>
            <a:endParaRPr/>
          </a:p>
        </p:txBody>
      </p:sp>
      <p:sp>
        <p:nvSpPr>
          <p:cNvPr id="2222" name="Google Shape;2222;p54"/>
          <p:cNvSpPr/>
          <p:nvPr/>
        </p:nvSpPr>
        <p:spPr>
          <a:xfrm>
            <a:off x="293888" y="2027300"/>
            <a:ext cx="1550400" cy="1197900"/>
          </a:xfrm>
          <a:prstGeom prst="roundRect">
            <a:avLst>
              <a:gd fmla="val 16667" name="adj"/>
            </a:avLst>
          </a:prstGeom>
          <a:solidFill>
            <a:srgbClr val="DC386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Nunito Sans"/>
              <a:ea typeface="Nunito Sans"/>
              <a:cs typeface="Nunito Sans"/>
              <a:sym typeface="Nunito Sans"/>
            </a:endParaRPr>
          </a:p>
          <a:p>
            <a:pPr indent="0" lvl="0" marL="0" rtl="0" algn="ctr">
              <a:spcBef>
                <a:spcPts val="0"/>
              </a:spcBef>
              <a:spcAft>
                <a:spcPts val="0"/>
              </a:spcAft>
              <a:buNone/>
            </a:pPr>
            <a:r>
              <a:t/>
            </a:r>
            <a:endParaRPr b="1">
              <a:latin typeface="Nunito Sans"/>
              <a:ea typeface="Nunito Sans"/>
              <a:cs typeface="Nunito Sans"/>
              <a:sym typeface="Nunito Sans"/>
            </a:endParaRPr>
          </a:p>
          <a:p>
            <a:pPr indent="0" lvl="0" marL="0" rtl="0" algn="ctr">
              <a:spcBef>
                <a:spcPts val="0"/>
              </a:spcBef>
              <a:spcAft>
                <a:spcPts val="0"/>
              </a:spcAft>
              <a:buNone/>
            </a:pPr>
            <a:r>
              <a:t/>
            </a:r>
            <a:endParaRPr b="1">
              <a:latin typeface="Nunito Sans"/>
              <a:ea typeface="Nunito Sans"/>
              <a:cs typeface="Nunito Sans"/>
              <a:sym typeface="Nunito Sans"/>
            </a:endParaRPr>
          </a:p>
        </p:txBody>
      </p:sp>
      <p:sp>
        <p:nvSpPr>
          <p:cNvPr id="2223" name="Google Shape;2223;p54"/>
          <p:cNvSpPr/>
          <p:nvPr/>
        </p:nvSpPr>
        <p:spPr>
          <a:xfrm>
            <a:off x="2485188" y="2027300"/>
            <a:ext cx="1902900" cy="1197900"/>
          </a:xfrm>
          <a:prstGeom prst="roundRect">
            <a:avLst>
              <a:gd fmla="val 16667"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224" name="Google Shape;2224;p54"/>
          <p:cNvSpPr/>
          <p:nvPr/>
        </p:nvSpPr>
        <p:spPr>
          <a:xfrm>
            <a:off x="5135538" y="2027300"/>
            <a:ext cx="1550400" cy="11979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2225" name="Google Shape;2225;p54"/>
          <p:cNvSpPr/>
          <p:nvPr/>
        </p:nvSpPr>
        <p:spPr>
          <a:xfrm>
            <a:off x="7299713" y="2027300"/>
            <a:ext cx="1550400" cy="1197900"/>
          </a:xfrm>
          <a:prstGeom prst="roundRect">
            <a:avLst>
              <a:gd fmla="val 16667"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grpSp>
        <p:nvGrpSpPr>
          <p:cNvPr id="2226" name="Google Shape;2226;p54"/>
          <p:cNvGrpSpPr/>
          <p:nvPr/>
        </p:nvGrpSpPr>
        <p:grpSpPr>
          <a:xfrm>
            <a:off x="797950" y="2592499"/>
            <a:ext cx="159950" cy="364516"/>
            <a:chOff x="6410063" y="4135124"/>
            <a:chExt cx="159950" cy="364516"/>
          </a:xfrm>
        </p:grpSpPr>
        <p:sp>
          <p:nvSpPr>
            <p:cNvPr id="2227" name="Google Shape;2227;p54"/>
            <p:cNvSpPr/>
            <p:nvPr/>
          </p:nvSpPr>
          <p:spPr>
            <a:xfrm>
              <a:off x="6493991" y="4299202"/>
              <a:ext cx="36328" cy="200438"/>
            </a:xfrm>
            <a:custGeom>
              <a:rect b="b" l="l" r="r" t="t"/>
              <a:pathLst>
                <a:path extrusionOk="0" h="6312" w="1144">
                  <a:moveTo>
                    <a:pt x="965" y="1"/>
                  </a:moveTo>
                  <a:cubicBezTo>
                    <a:pt x="882" y="1"/>
                    <a:pt x="810" y="72"/>
                    <a:pt x="810" y="168"/>
                  </a:cubicBezTo>
                  <a:lnTo>
                    <a:pt x="810" y="5716"/>
                  </a:lnTo>
                  <a:cubicBezTo>
                    <a:pt x="810" y="5847"/>
                    <a:pt x="703" y="5954"/>
                    <a:pt x="584" y="5966"/>
                  </a:cubicBezTo>
                  <a:cubicBezTo>
                    <a:pt x="453" y="5966"/>
                    <a:pt x="334" y="5859"/>
                    <a:pt x="334" y="5728"/>
                  </a:cubicBezTo>
                  <a:lnTo>
                    <a:pt x="334" y="4656"/>
                  </a:lnTo>
                  <a:cubicBezTo>
                    <a:pt x="334" y="4573"/>
                    <a:pt x="251" y="4490"/>
                    <a:pt x="167" y="4490"/>
                  </a:cubicBezTo>
                  <a:cubicBezTo>
                    <a:pt x="72" y="4490"/>
                    <a:pt x="1" y="4573"/>
                    <a:pt x="1" y="4656"/>
                  </a:cubicBezTo>
                  <a:lnTo>
                    <a:pt x="1" y="5728"/>
                  </a:lnTo>
                  <a:cubicBezTo>
                    <a:pt x="1" y="5966"/>
                    <a:pt x="167" y="6192"/>
                    <a:pt x="394" y="6276"/>
                  </a:cubicBezTo>
                  <a:cubicBezTo>
                    <a:pt x="453" y="6299"/>
                    <a:pt x="525" y="6311"/>
                    <a:pt x="596" y="6311"/>
                  </a:cubicBezTo>
                  <a:cubicBezTo>
                    <a:pt x="906" y="6299"/>
                    <a:pt x="1144" y="6037"/>
                    <a:pt x="1144" y="5728"/>
                  </a:cubicBezTo>
                  <a:lnTo>
                    <a:pt x="1144" y="180"/>
                  </a:lnTo>
                  <a:cubicBezTo>
                    <a:pt x="1144" y="72"/>
                    <a:pt x="1072" y="1"/>
                    <a:pt x="965"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4"/>
            <p:cNvSpPr/>
            <p:nvPr/>
          </p:nvSpPr>
          <p:spPr>
            <a:xfrm>
              <a:off x="6454297" y="4135124"/>
              <a:ext cx="71099" cy="71131"/>
            </a:xfrm>
            <a:custGeom>
              <a:rect b="b" l="l" r="r" t="t"/>
              <a:pathLst>
                <a:path extrusionOk="0" h="2240" w="2239">
                  <a:moveTo>
                    <a:pt x="1120" y="346"/>
                  </a:moveTo>
                  <a:cubicBezTo>
                    <a:pt x="1548" y="346"/>
                    <a:pt x="1894" y="679"/>
                    <a:pt x="1894" y="1120"/>
                  </a:cubicBezTo>
                  <a:cubicBezTo>
                    <a:pt x="1894" y="1548"/>
                    <a:pt x="1548" y="1894"/>
                    <a:pt x="1120" y="1894"/>
                  </a:cubicBezTo>
                  <a:cubicBezTo>
                    <a:pt x="691" y="1894"/>
                    <a:pt x="346" y="1548"/>
                    <a:pt x="346" y="1120"/>
                  </a:cubicBezTo>
                  <a:cubicBezTo>
                    <a:pt x="346" y="679"/>
                    <a:pt x="691" y="346"/>
                    <a:pt x="1120" y="346"/>
                  </a:cubicBezTo>
                  <a:close/>
                  <a:moveTo>
                    <a:pt x="1120" y="1"/>
                  </a:moveTo>
                  <a:cubicBezTo>
                    <a:pt x="513" y="1"/>
                    <a:pt x="1" y="513"/>
                    <a:pt x="1" y="1120"/>
                  </a:cubicBezTo>
                  <a:cubicBezTo>
                    <a:pt x="1" y="1727"/>
                    <a:pt x="513" y="2239"/>
                    <a:pt x="1120" y="2239"/>
                  </a:cubicBezTo>
                  <a:cubicBezTo>
                    <a:pt x="1727" y="2239"/>
                    <a:pt x="2239" y="1727"/>
                    <a:pt x="2239" y="1120"/>
                  </a:cubicBezTo>
                  <a:cubicBezTo>
                    <a:pt x="2239" y="513"/>
                    <a:pt x="1727" y="1"/>
                    <a:pt x="112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4"/>
            <p:cNvSpPr/>
            <p:nvPr/>
          </p:nvSpPr>
          <p:spPr>
            <a:xfrm>
              <a:off x="6410063" y="4252712"/>
              <a:ext cx="94566" cy="246927"/>
            </a:xfrm>
            <a:custGeom>
              <a:rect b="b" l="l" r="r" t="t"/>
              <a:pathLst>
                <a:path extrusionOk="0" h="7776" w="2978">
                  <a:moveTo>
                    <a:pt x="1191" y="0"/>
                  </a:moveTo>
                  <a:cubicBezTo>
                    <a:pt x="977" y="0"/>
                    <a:pt x="798" y="179"/>
                    <a:pt x="798" y="393"/>
                  </a:cubicBezTo>
                  <a:lnTo>
                    <a:pt x="798" y="2894"/>
                  </a:lnTo>
                  <a:cubicBezTo>
                    <a:pt x="798" y="3025"/>
                    <a:pt x="691" y="3132"/>
                    <a:pt x="560" y="3132"/>
                  </a:cubicBezTo>
                  <a:cubicBezTo>
                    <a:pt x="429" y="3132"/>
                    <a:pt x="322" y="3025"/>
                    <a:pt x="322" y="2894"/>
                  </a:cubicBezTo>
                  <a:lnTo>
                    <a:pt x="322" y="2275"/>
                  </a:lnTo>
                  <a:cubicBezTo>
                    <a:pt x="322" y="2191"/>
                    <a:pt x="251" y="2120"/>
                    <a:pt x="155" y="2120"/>
                  </a:cubicBezTo>
                  <a:cubicBezTo>
                    <a:pt x="72" y="2120"/>
                    <a:pt x="1" y="2191"/>
                    <a:pt x="1" y="2275"/>
                  </a:cubicBezTo>
                  <a:lnTo>
                    <a:pt x="1" y="2894"/>
                  </a:lnTo>
                  <a:cubicBezTo>
                    <a:pt x="1" y="3203"/>
                    <a:pt x="251" y="3465"/>
                    <a:pt x="572" y="3465"/>
                  </a:cubicBezTo>
                  <a:cubicBezTo>
                    <a:pt x="894" y="3465"/>
                    <a:pt x="1156" y="3215"/>
                    <a:pt x="1156" y="2894"/>
                  </a:cubicBezTo>
                  <a:lnTo>
                    <a:pt x="1156" y="393"/>
                  </a:lnTo>
                  <a:cubicBezTo>
                    <a:pt x="1156" y="358"/>
                    <a:pt x="1191" y="334"/>
                    <a:pt x="1215" y="334"/>
                  </a:cubicBezTo>
                  <a:cubicBezTo>
                    <a:pt x="1251" y="334"/>
                    <a:pt x="1275" y="358"/>
                    <a:pt x="1275" y="393"/>
                  </a:cubicBezTo>
                  <a:lnTo>
                    <a:pt x="1275" y="7192"/>
                  </a:lnTo>
                  <a:cubicBezTo>
                    <a:pt x="1275" y="7501"/>
                    <a:pt x="1525" y="7775"/>
                    <a:pt x="1858" y="7775"/>
                  </a:cubicBezTo>
                  <a:cubicBezTo>
                    <a:pt x="2168" y="7775"/>
                    <a:pt x="2441" y="7513"/>
                    <a:pt x="2441" y="7192"/>
                  </a:cubicBezTo>
                  <a:lnTo>
                    <a:pt x="2441" y="4251"/>
                  </a:lnTo>
                  <a:cubicBezTo>
                    <a:pt x="2441" y="4168"/>
                    <a:pt x="2501" y="4132"/>
                    <a:pt x="2560" y="4132"/>
                  </a:cubicBezTo>
                  <a:cubicBezTo>
                    <a:pt x="2632" y="4132"/>
                    <a:pt x="2680" y="4191"/>
                    <a:pt x="2680" y="4251"/>
                  </a:cubicBezTo>
                  <a:lnTo>
                    <a:pt x="2644" y="5442"/>
                  </a:lnTo>
                  <a:cubicBezTo>
                    <a:pt x="2644" y="5525"/>
                    <a:pt x="2715" y="5596"/>
                    <a:pt x="2810" y="5596"/>
                  </a:cubicBezTo>
                  <a:cubicBezTo>
                    <a:pt x="2894" y="5596"/>
                    <a:pt x="2977" y="5525"/>
                    <a:pt x="2977" y="5442"/>
                  </a:cubicBezTo>
                  <a:lnTo>
                    <a:pt x="2977" y="4251"/>
                  </a:lnTo>
                  <a:cubicBezTo>
                    <a:pt x="2977" y="3989"/>
                    <a:pt x="2763" y="3787"/>
                    <a:pt x="2513" y="3787"/>
                  </a:cubicBezTo>
                  <a:cubicBezTo>
                    <a:pt x="2263" y="3787"/>
                    <a:pt x="2048" y="3989"/>
                    <a:pt x="2048" y="4251"/>
                  </a:cubicBezTo>
                  <a:lnTo>
                    <a:pt x="2048" y="7192"/>
                  </a:lnTo>
                  <a:cubicBezTo>
                    <a:pt x="2048" y="7323"/>
                    <a:pt x="1941" y="7430"/>
                    <a:pt x="1810" y="7430"/>
                  </a:cubicBezTo>
                  <a:cubicBezTo>
                    <a:pt x="1679" y="7430"/>
                    <a:pt x="1572" y="7323"/>
                    <a:pt x="1572" y="7192"/>
                  </a:cubicBezTo>
                  <a:lnTo>
                    <a:pt x="1572" y="393"/>
                  </a:lnTo>
                  <a:cubicBezTo>
                    <a:pt x="1572" y="179"/>
                    <a:pt x="1394" y="0"/>
                    <a:pt x="11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4"/>
            <p:cNvSpPr/>
            <p:nvPr/>
          </p:nvSpPr>
          <p:spPr>
            <a:xfrm>
              <a:off x="6410063" y="4212638"/>
              <a:ext cx="159950" cy="150519"/>
            </a:xfrm>
            <a:custGeom>
              <a:rect b="b" l="l" r="r" t="t"/>
              <a:pathLst>
                <a:path extrusionOk="0" h="4740" w="5037">
                  <a:moveTo>
                    <a:pt x="1429" y="0"/>
                  </a:moveTo>
                  <a:cubicBezTo>
                    <a:pt x="632" y="0"/>
                    <a:pt x="1" y="643"/>
                    <a:pt x="1" y="1429"/>
                  </a:cubicBezTo>
                  <a:lnTo>
                    <a:pt x="1" y="2858"/>
                  </a:lnTo>
                  <a:cubicBezTo>
                    <a:pt x="1" y="2953"/>
                    <a:pt x="72" y="3025"/>
                    <a:pt x="155" y="3025"/>
                  </a:cubicBezTo>
                  <a:cubicBezTo>
                    <a:pt x="251" y="3025"/>
                    <a:pt x="322" y="2953"/>
                    <a:pt x="322" y="2858"/>
                  </a:cubicBezTo>
                  <a:lnTo>
                    <a:pt x="322" y="1429"/>
                  </a:lnTo>
                  <a:cubicBezTo>
                    <a:pt x="322" y="822"/>
                    <a:pt x="810" y="334"/>
                    <a:pt x="1429" y="334"/>
                  </a:cubicBezTo>
                  <a:lnTo>
                    <a:pt x="3608" y="334"/>
                  </a:lnTo>
                  <a:cubicBezTo>
                    <a:pt x="4227" y="334"/>
                    <a:pt x="4715" y="822"/>
                    <a:pt x="4715" y="1429"/>
                  </a:cubicBezTo>
                  <a:lnTo>
                    <a:pt x="4715" y="4144"/>
                  </a:lnTo>
                  <a:cubicBezTo>
                    <a:pt x="4715" y="4275"/>
                    <a:pt x="4608" y="4382"/>
                    <a:pt x="4489" y="4394"/>
                  </a:cubicBezTo>
                  <a:cubicBezTo>
                    <a:pt x="4358" y="4394"/>
                    <a:pt x="4239" y="4287"/>
                    <a:pt x="4239" y="4156"/>
                  </a:cubicBezTo>
                  <a:lnTo>
                    <a:pt x="4239" y="1655"/>
                  </a:lnTo>
                  <a:cubicBezTo>
                    <a:pt x="4239" y="1441"/>
                    <a:pt x="4061" y="1262"/>
                    <a:pt x="3846" y="1262"/>
                  </a:cubicBezTo>
                  <a:cubicBezTo>
                    <a:pt x="3644" y="1262"/>
                    <a:pt x="3465" y="1441"/>
                    <a:pt x="3465" y="1655"/>
                  </a:cubicBezTo>
                  <a:lnTo>
                    <a:pt x="3465" y="2239"/>
                  </a:lnTo>
                  <a:cubicBezTo>
                    <a:pt x="3465" y="2322"/>
                    <a:pt x="3537" y="2394"/>
                    <a:pt x="3632" y="2394"/>
                  </a:cubicBezTo>
                  <a:cubicBezTo>
                    <a:pt x="3715" y="2394"/>
                    <a:pt x="3787" y="2322"/>
                    <a:pt x="3787" y="2239"/>
                  </a:cubicBezTo>
                  <a:lnTo>
                    <a:pt x="3787" y="1655"/>
                  </a:lnTo>
                  <a:cubicBezTo>
                    <a:pt x="3787" y="1620"/>
                    <a:pt x="3814" y="1602"/>
                    <a:pt x="3840" y="1602"/>
                  </a:cubicBezTo>
                  <a:cubicBezTo>
                    <a:pt x="3867" y="1602"/>
                    <a:pt x="3894" y="1620"/>
                    <a:pt x="3894" y="1655"/>
                  </a:cubicBezTo>
                  <a:lnTo>
                    <a:pt x="3894" y="4156"/>
                  </a:lnTo>
                  <a:cubicBezTo>
                    <a:pt x="3894" y="4382"/>
                    <a:pt x="4049" y="4596"/>
                    <a:pt x="4251" y="4691"/>
                  </a:cubicBezTo>
                  <a:cubicBezTo>
                    <a:pt x="4323" y="4715"/>
                    <a:pt x="4406" y="4739"/>
                    <a:pt x="4489" y="4739"/>
                  </a:cubicBezTo>
                  <a:cubicBezTo>
                    <a:pt x="4799" y="4715"/>
                    <a:pt x="5037" y="4465"/>
                    <a:pt x="5037" y="4156"/>
                  </a:cubicBezTo>
                  <a:lnTo>
                    <a:pt x="5037" y="1429"/>
                  </a:lnTo>
                  <a:cubicBezTo>
                    <a:pt x="5037" y="643"/>
                    <a:pt x="4406" y="0"/>
                    <a:pt x="360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1" name="Google Shape;2231;p54"/>
          <p:cNvGrpSpPr/>
          <p:nvPr/>
        </p:nvGrpSpPr>
        <p:grpSpPr>
          <a:xfrm>
            <a:off x="1099940" y="2592692"/>
            <a:ext cx="214378" cy="364135"/>
            <a:chOff x="6924652" y="4135505"/>
            <a:chExt cx="214378" cy="364135"/>
          </a:xfrm>
        </p:grpSpPr>
        <p:sp>
          <p:nvSpPr>
            <p:cNvPr id="2232" name="Google Shape;2232;p54"/>
            <p:cNvSpPr/>
            <p:nvPr/>
          </p:nvSpPr>
          <p:spPr>
            <a:xfrm>
              <a:off x="6996482" y="4135505"/>
              <a:ext cx="70718" cy="71099"/>
            </a:xfrm>
            <a:custGeom>
              <a:rect b="b" l="l" r="r" t="t"/>
              <a:pathLst>
                <a:path extrusionOk="0" h="2239" w="2227">
                  <a:moveTo>
                    <a:pt x="1119" y="346"/>
                  </a:moveTo>
                  <a:cubicBezTo>
                    <a:pt x="1548" y="346"/>
                    <a:pt x="1893" y="691"/>
                    <a:pt x="1893" y="1120"/>
                  </a:cubicBezTo>
                  <a:cubicBezTo>
                    <a:pt x="1893" y="1548"/>
                    <a:pt x="1548" y="1894"/>
                    <a:pt x="1119" y="1894"/>
                  </a:cubicBezTo>
                  <a:cubicBezTo>
                    <a:pt x="679" y="1894"/>
                    <a:pt x="345" y="1548"/>
                    <a:pt x="345" y="1120"/>
                  </a:cubicBezTo>
                  <a:cubicBezTo>
                    <a:pt x="345" y="691"/>
                    <a:pt x="703" y="346"/>
                    <a:pt x="1119" y="346"/>
                  </a:cubicBezTo>
                  <a:close/>
                  <a:moveTo>
                    <a:pt x="1119" y="1"/>
                  </a:moveTo>
                  <a:cubicBezTo>
                    <a:pt x="500" y="1"/>
                    <a:pt x="0" y="513"/>
                    <a:pt x="0" y="1120"/>
                  </a:cubicBezTo>
                  <a:cubicBezTo>
                    <a:pt x="12" y="1727"/>
                    <a:pt x="500" y="2239"/>
                    <a:pt x="1119" y="2239"/>
                  </a:cubicBezTo>
                  <a:cubicBezTo>
                    <a:pt x="1727" y="2239"/>
                    <a:pt x="2227" y="1727"/>
                    <a:pt x="2227" y="1120"/>
                  </a:cubicBezTo>
                  <a:cubicBezTo>
                    <a:pt x="2227" y="513"/>
                    <a:pt x="1727" y="1"/>
                    <a:pt x="1119"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4"/>
            <p:cNvSpPr/>
            <p:nvPr/>
          </p:nvSpPr>
          <p:spPr>
            <a:xfrm>
              <a:off x="7018012" y="4345183"/>
              <a:ext cx="88882" cy="154456"/>
            </a:xfrm>
            <a:custGeom>
              <a:rect b="b" l="l" r="r" t="t"/>
              <a:pathLst>
                <a:path extrusionOk="0" h="4864" w="2799">
                  <a:moveTo>
                    <a:pt x="2293" y="0"/>
                  </a:moveTo>
                  <a:cubicBezTo>
                    <a:pt x="2280" y="0"/>
                    <a:pt x="2266" y="2"/>
                    <a:pt x="2251" y="6"/>
                  </a:cubicBezTo>
                  <a:cubicBezTo>
                    <a:pt x="2168" y="41"/>
                    <a:pt x="2108" y="125"/>
                    <a:pt x="2132" y="220"/>
                  </a:cubicBezTo>
                  <a:lnTo>
                    <a:pt x="2358" y="1077"/>
                  </a:lnTo>
                  <a:lnTo>
                    <a:pt x="1549" y="1077"/>
                  </a:lnTo>
                  <a:cubicBezTo>
                    <a:pt x="1465" y="1077"/>
                    <a:pt x="1394" y="1160"/>
                    <a:pt x="1394" y="1244"/>
                  </a:cubicBezTo>
                  <a:lnTo>
                    <a:pt x="1394" y="4280"/>
                  </a:lnTo>
                  <a:cubicBezTo>
                    <a:pt x="1394" y="4411"/>
                    <a:pt x="1287" y="4518"/>
                    <a:pt x="1156" y="4518"/>
                  </a:cubicBezTo>
                  <a:cubicBezTo>
                    <a:pt x="1013" y="4518"/>
                    <a:pt x="918" y="4411"/>
                    <a:pt x="918" y="4280"/>
                  </a:cubicBezTo>
                  <a:lnTo>
                    <a:pt x="918" y="1244"/>
                  </a:lnTo>
                  <a:cubicBezTo>
                    <a:pt x="918" y="1160"/>
                    <a:pt x="834" y="1077"/>
                    <a:pt x="751" y="1077"/>
                  </a:cubicBezTo>
                  <a:lnTo>
                    <a:pt x="168" y="1077"/>
                  </a:lnTo>
                  <a:cubicBezTo>
                    <a:pt x="84" y="1077"/>
                    <a:pt x="1" y="1160"/>
                    <a:pt x="1" y="1244"/>
                  </a:cubicBezTo>
                  <a:lnTo>
                    <a:pt x="1" y="2482"/>
                  </a:lnTo>
                  <a:cubicBezTo>
                    <a:pt x="1" y="2565"/>
                    <a:pt x="84" y="2649"/>
                    <a:pt x="168" y="2649"/>
                  </a:cubicBezTo>
                  <a:cubicBezTo>
                    <a:pt x="263" y="2649"/>
                    <a:pt x="334" y="2565"/>
                    <a:pt x="334" y="2482"/>
                  </a:cubicBezTo>
                  <a:lnTo>
                    <a:pt x="334" y="1422"/>
                  </a:lnTo>
                  <a:lnTo>
                    <a:pt x="584" y="1422"/>
                  </a:lnTo>
                  <a:lnTo>
                    <a:pt x="584" y="4280"/>
                  </a:lnTo>
                  <a:cubicBezTo>
                    <a:pt x="584" y="4589"/>
                    <a:pt x="834" y="4863"/>
                    <a:pt x="1168" y="4863"/>
                  </a:cubicBezTo>
                  <a:cubicBezTo>
                    <a:pt x="1477" y="4863"/>
                    <a:pt x="1751" y="4601"/>
                    <a:pt x="1751" y="4280"/>
                  </a:cubicBezTo>
                  <a:lnTo>
                    <a:pt x="1751" y="1422"/>
                  </a:lnTo>
                  <a:lnTo>
                    <a:pt x="2608" y="1422"/>
                  </a:lnTo>
                  <a:cubicBezTo>
                    <a:pt x="2715" y="1422"/>
                    <a:pt x="2799" y="1315"/>
                    <a:pt x="2775" y="1208"/>
                  </a:cubicBezTo>
                  <a:lnTo>
                    <a:pt x="2465" y="125"/>
                  </a:lnTo>
                  <a:cubicBezTo>
                    <a:pt x="2435" y="54"/>
                    <a:pt x="2370" y="0"/>
                    <a:pt x="22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54"/>
            <p:cNvSpPr/>
            <p:nvPr/>
          </p:nvSpPr>
          <p:spPr>
            <a:xfrm>
              <a:off x="6948850" y="4212638"/>
              <a:ext cx="190181" cy="149884"/>
            </a:xfrm>
            <a:custGeom>
              <a:rect b="b" l="l" r="r" t="t"/>
              <a:pathLst>
                <a:path extrusionOk="0" h="4720" w="5989">
                  <a:moveTo>
                    <a:pt x="1548" y="0"/>
                  </a:moveTo>
                  <a:cubicBezTo>
                    <a:pt x="917" y="0"/>
                    <a:pt x="369" y="417"/>
                    <a:pt x="179" y="1012"/>
                  </a:cubicBezTo>
                  <a:lnTo>
                    <a:pt x="179" y="1024"/>
                  </a:lnTo>
                  <a:lnTo>
                    <a:pt x="24" y="1596"/>
                  </a:lnTo>
                  <a:cubicBezTo>
                    <a:pt x="0" y="1679"/>
                    <a:pt x="60" y="1774"/>
                    <a:pt x="143" y="1798"/>
                  </a:cubicBezTo>
                  <a:cubicBezTo>
                    <a:pt x="160" y="1805"/>
                    <a:pt x="177" y="1809"/>
                    <a:pt x="194" y="1809"/>
                  </a:cubicBezTo>
                  <a:cubicBezTo>
                    <a:pt x="262" y="1809"/>
                    <a:pt x="329" y="1755"/>
                    <a:pt x="357" y="1679"/>
                  </a:cubicBezTo>
                  <a:lnTo>
                    <a:pt x="500" y="1132"/>
                  </a:lnTo>
                  <a:lnTo>
                    <a:pt x="500" y="1120"/>
                  </a:lnTo>
                  <a:cubicBezTo>
                    <a:pt x="631" y="655"/>
                    <a:pt x="1072" y="334"/>
                    <a:pt x="1548" y="334"/>
                  </a:cubicBezTo>
                  <a:lnTo>
                    <a:pt x="3727" y="334"/>
                  </a:lnTo>
                  <a:cubicBezTo>
                    <a:pt x="4203" y="334"/>
                    <a:pt x="4643" y="655"/>
                    <a:pt x="4774" y="1120"/>
                  </a:cubicBezTo>
                  <a:lnTo>
                    <a:pt x="4774" y="1132"/>
                  </a:lnTo>
                  <a:lnTo>
                    <a:pt x="5596" y="4084"/>
                  </a:lnTo>
                  <a:cubicBezTo>
                    <a:pt x="5620" y="4191"/>
                    <a:pt x="5548" y="4334"/>
                    <a:pt x="5429" y="4382"/>
                  </a:cubicBezTo>
                  <a:cubicBezTo>
                    <a:pt x="5414" y="4385"/>
                    <a:pt x="5398" y="4386"/>
                    <a:pt x="5383" y="4386"/>
                  </a:cubicBezTo>
                  <a:cubicBezTo>
                    <a:pt x="5278" y="4386"/>
                    <a:pt x="5173" y="4319"/>
                    <a:pt x="5132" y="4215"/>
                  </a:cubicBezTo>
                  <a:lnTo>
                    <a:pt x="4382" y="1560"/>
                  </a:lnTo>
                  <a:cubicBezTo>
                    <a:pt x="4346" y="1405"/>
                    <a:pt x="4179" y="1286"/>
                    <a:pt x="4012" y="1286"/>
                  </a:cubicBezTo>
                  <a:cubicBezTo>
                    <a:pt x="3762" y="1286"/>
                    <a:pt x="3572" y="1524"/>
                    <a:pt x="3631" y="1774"/>
                  </a:cubicBezTo>
                  <a:lnTo>
                    <a:pt x="4131" y="3751"/>
                  </a:lnTo>
                  <a:cubicBezTo>
                    <a:pt x="4161" y="3830"/>
                    <a:pt x="4223" y="3876"/>
                    <a:pt x="4298" y="3876"/>
                  </a:cubicBezTo>
                  <a:cubicBezTo>
                    <a:pt x="4313" y="3876"/>
                    <a:pt x="4329" y="3874"/>
                    <a:pt x="4346" y="3870"/>
                  </a:cubicBezTo>
                  <a:cubicBezTo>
                    <a:pt x="4429" y="3834"/>
                    <a:pt x="4489" y="3751"/>
                    <a:pt x="4465" y="3656"/>
                  </a:cubicBezTo>
                  <a:lnTo>
                    <a:pt x="3953" y="1679"/>
                  </a:lnTo>
                  <a:cubicBezTo>
                    <a:pt x="3946" y="1637"/>
                    <a:pt x="3980" y="1607"/>
                    <a:pt x="4012" y="1607"/>
                  </a:cubicBezTo>
                  <a:cubicBezTo>
                    <a:pt x="4034" y="1607"/>
                    <a:pt x="4055" y="1621"/>
                    <a:pt x="4060" y="1655"/>
                  </a:cubicBezTo>
                  <a:lnTo>
                    <a:pt x="4798" y="4299"/>
                  </a:lnTo>
                  <a:cubicBezTo>
                    <a:pt x="4879" y="4552"/>
                    <a:pt x="5116" y="4719"/>
                    <a:pt x="5368" y="4719"/>
                  </a:cubicBezTo>
                  <a:cubicBezTo>
                    <a:pt x="5412" y="4719"/>
                    <a:pt x="5456" y="4714"/>
                    <a:pt x="5501" y="4703"/>
                  </a:cubicBezTo>
                  <a:cubicBezTo>
                    <a:pt x="5810" y="4620"/>
                    <a:pt x="5989" y="4287"/>
                    <a:pt x="5917" y="3989"/>
                  </a:cubicBezTo>
                  <a:lnTo>
                    <a:pt x="5096" y="1024"/>
                  </a:lnTo>
                  <a:lnTo>
                    <a:pt x="5096" y="1012"/>
                  </a:lnTo>
                  <a:cubicBezTo>
                    <a:pt x="4917" y="417"/>
                    <a:pt x="4358" y="0"/>
                    <a:pt x="372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54"/>
            <p:cNvSpPr/>
            <p:nvPr/>
          </p:nvSpPr>
          <p:spPr>
            <a:xfrm>
              <a:off x="6924652" y="4252331"/>
              <a:ext cx="103617" cy="245815"/>
            </a:xfrm>
            <a:custGeom>
              <a:rect b="b" l="l" r="r" t="t"/>
              <a:pathLst>
                <a:path extrusionOk="0" h="7741" w="3263">
                  <a:moveTo>
                    <a:pt x="1988" y="1"/>
                  </a:moveTo>
                  <a:cubicBezTo>
                    <a:pt x="1810" y="1"/>
                    <a:pt x="1667" y="120"/>
                    <a:pt x="1619" y="286"/>
                  </a:cubicBezTo>
                  <a:lnTo>
                    <a:pt x="881" y="2930"/>
                  </a:lnTo>
                  <a:cubicBezTo>
                    <a:pt x="851" y="3030"/>
                    <a:pt x="754" y="3105"/>
                    <a:pt x="645" y="3105"/>
                  </a:cubicBezTo>
                  <a:cubicBezTo>
                    <a:pt x="625" y="3105"/>
                    <a:pt x="604" y="3102"/>
                    <a:pt x="583" y="3096"/>
                  </a:cubicBezTo>
                  <a:cubicBezTo>
                    <a:pt x="464" y="3072"/>
                    <a:pt x="381" y="2930"/>
                    <a:pt x="417" y="2799"/>
                  </a:cubicBezTo>
                  <a:lnTo>
                    <a:pt x="905" y="1048"/>
                  </a:lnTo>
                  <a:cubicBezTo>
                    <a:pt x="941" y="953"/>
                    <a:pt x="881" y="870"/>
                    <a:pt x="786" y="834"/>
                  </a:cubicBezTo>
                  <a:cubicBezTo>
                    <a:pt x="773" y="830"/>
                    <a:pt x="760" y="829"/>
                    <a:pt x="748" y="829"/>
                  </a:cubicBezTo>
                  <a:cubicBezTo>
                    <a:pt x="675" y="829"/>
                    <a:pt x="604" y="882"/>
                    <a:pt x="583" y="953"/>
                  </a:cubicBezTo>
                  <a:lnTo>
                    <a:pt x="83" y="2715"/>
                  </a:lnTo>
                  <a:cubicBezTo>
                    <a:pt x="0" y="3013"/>
                    <a:pt x="191" y="3334"/>
                    <a:pt x="488" y="3406"/>
                  </a:cubicBezTo>
                  <a:cubicBezTo>
                    <a:pt x="541" y="3423"/>
                    <a:pt x="594" y="3430"/>
                    <a:pt x="647" y="3430"/>
                  </a:cubicBezTo>
                  <a:cubicBezTo>
                    <a:pt x="895" y="3430"/>
                    <a:pt x="1132" y="3258"/>
                    <a:pt x="1191" y="3013"/>
                  </a:cubicBezTo>
                  <a:lnTo>
                    <a:pt x="1929" y="358"/>
                  </a:lnTo>
                  <a:cubicBezTo>
                    <a:pt x="1938" y="329"/>
                    <a:pt x="1964" y="315"/>
                    <a:pt x="1988" y="315"/>
                  </a:cubicBezTo>
                  <a:cubicBezTo>
                    <a:pt x="2024" y="315"/>
                    <a:pt x="2057" y="344"/>
                    <a:pt x="2036" y="393"/>
                  </a:cubicBezTo>
                  <a:lnTo>
                    <a:pt x="1083" y="4096"/>
                  </a:lnTo>
                  <a:cubicBezTo>
                    <a:pt x="1060" y="4203"/>
                    <a:pt x="1143" y="4299"/>
                    <a:pt x="1250" y="4299"/>
                  </a:cubicBezTo>
                  <a:lnTo>
                    <a:pt x="2107" y="4299"/>
                  </a:lnTo>
                  <a:lnTo>
                    <a:pt x="2107" y="7156"/>
                  </a:lnTo>
                  <a:cubicBezTo>
                    <a:pt x="2107" y="7478"/>
                    <a:pt x="2346" y="7728"/>
                    <a:pt x="2667" y="7740"/>
                  </a:cubicBezTo>
                  <a:cubicBezTo>
                    <a:pt x="2676" y="7740"/>
                    <a:pt x="2684" y="7740"/>
                    <a:pt x="2693" y="7740"/>
                  </a:cubicBezTo>
                  <a:cubicBezTo>
                    <a:pt x="2922" y="7740"/>
                    <a:pt x="3146" y="7589"/>
                    <a:pt x="3227" y="7371"/>
                  </a:cubicBezTo>
                  <a:cubicBezTo>
                    <a:pt x="3262" y="7311"/>
                    <a:pt x="3262" y="7240"/>
                    <a:pt x="3262" y="7156"/>
                  </a:cubicBezTo>
                  <a:lnTo>
                    <a:pt x="3262" y="6025"/>
                  </a:lnTo>
                  <a:cubicBezTo>
                    <a:pt x="3262" y="5966"/>
                    <a:pt x="3179" y="5894"/>
                    <a:pt x="3096" y="5894"/>
                  </a:cubicBezTo>
                  <a:cubicBezTo>
                    <a:pt x="3000" y="5894"/>
                    <a:pt x="2929" y="5966"/>
                    <a:pt x="2929" y="6061"/>
                  </a:cubicBezTo>
                  <a:lnTo>
                    <a:pt x="2929" y="7192"/>
                  </a:lnTo>
                  <a:cubicBezTo>
                    <a:pt x="2929" y="7323"/>
                    <a:pt x="2810" y="7430"/>
                    <a:pt x="2679" y="7430"/>
                  </a:cubicBezTo>
                  <a:cubicBezTo>
                    <a:pt x="2560" y="7430"/>
                    <a:pt x="2453" y="7311"/>
                    <a:pt x="2453" y="7180"/>
                  </a:cubicBezTo>
                  <a:lnTo>
                    <a:pt x="2453" y="4156"/>
                  </a:lnTo>
                  <a:cubicBezTo>
                    <a:pt x="2453" y="4061"/>
                    <a:pt x="2381" y="3989"/>
                    <a:pt x="2286" y="3989"/>
                  </a:cubicBezTo>
                  <a:lnTo>
                    <a:pt x="1488" y="3989"/>
                  </a:lnTo>
                  <a:lnTo>
                    <a:pt x="2381" y="489"/>
                  </a:lnTo>
                  <a:cubicBezTo>
                    <a:pt x="2441" y="251"/>
                    <a:pt x="2250" y="1"/>
                    <a:pt x="198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36" name="Google Shape;2236;p54"/>
          <p:cNvSpPr txBox="1"/>
          <p:nvPr/>
        </p:nvSpPr>
        <p:spPr>
          <a:xfrm>
            <a:off x="605750" y="2137550"/>
            <a:ext cx="926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Nunito Sans"/>
                <a:ea typeface="Nunito Sans"/>
                <a:cs typeface="Nunito Sans"/>
                <a:sym typeface="Nunito Sans"/>
              </a:rPr>
              <a:t>Users</a:t>
            </a:r>
            <a:endParaRPr b="1">
              <a:latin typeface="Nunito Sans"/>
              <a:ea typeface="Nunito Sans"/>
              <a:cs typeface="Nunito Sans"/>
              <a:sym typeface="Nunito Sans"/>
            </a:endParaRPr>
          </a:p>
        </p:txBody>
      </p:sp>
      <p:sp>
        <p:nvSpPr>
          <p:cNvPr id="2237" name="Google Shape;2237;p54"/>
          <p:cNvSpPr txBox="1"/>
          <p:nvPr/>
        </p:nvSpPr>
        <p:spPr>
          <a:xfrm>
            <a:off x="2485200" y="2137550"/>
            <a:ext cx="1902900" cy="1079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solidFill>
                  <a:schemeClr val="dk1"/>
                </a:solidFill>
                <a:latin typeface="Nunito Sans"/>
                <a:ea typeface="Nunito Sans"/>
                <a:cs typeface="Nunito Sans"/>
                <a:sym typeface="Nunito Sans"/>
              </a:rPr>
              <a:t>Presentation Layer</a:t>
            </a:r>
            <a:endParaRPr b="1">
              <a:solidFill>
                <a:schemeClr val="dk1"/>
              </a:solidFill>
              <a:latin typeface="Nunito Sans"/>
              <a:ea typeface="Nunito Sans"/>
              <a:cs typeface="Nunito Sans"/>
              <a:sym typeface="Nunito Sans"/>
            </a:endParaRPr>
          </a:p>
          <a:p>
            <a:pPr indent="0" lvl="0" marL="0" rtl="0" algn="ctr">
              <a:spcBef>
                <a:spcPts val="0"/>
              </a:spcBef>
              <a:spcAft>
                <a:spcPts val="0"/>
              </a:spcAft>
              <a:buNone/>
            </a:pPr>
            <a:r>
              <a:rPr lang="en">
                <a:solidFill>
                  <a:schemeClr val="dk1"/>
                </a:solidFill>
                <a:latin typeface="Nunito Sans"/>
                <a:ea typeface="Nunito Sans"/>
                <a:cs typeface="Nunito Sans"/>
                <a:sym typeface="Nunito Sans"/>
              </a:rPr>
              <a:t>Next.js</a:t>
            </a:r>
            <a:endParaRPr>
              <a:solidFill>
                <a:schemeClr val="dk1"/>
              </a:solidFill>
              <a:latin typeface="Nunito Sans"/>
              <a:ea typeface="Nunito Sans"/>
              <a:cs typeface="Nunito Sans"/>
              <a:sym typeface="Nunito Sans"/>
            </a:endParaRPr>
          </a:p>
          <a:p>
            <a:pPr indent="0" lvl="0" marL="0" rtl="0" algn="ctr">
              <a:spcBef>
                <a:spcPts val="0"/>
              </a:spcBef>
              <a:spcAft>
                <a:spcPts val="0"/>
              </a:spcAft>
              <a:buNone/>
            </a:pPr>
            <a:r>
              <a:rPr lang="en">
                <a:solidFill>
                  <a:schemeClr val="dk1"/>
                </a:solidFill>
                <a:latin typeface="Nunito Sans"/>
                <a:ea typeface="Nunito Sans"/>
                <a:cs typeface="Nunito Sans"/>
                <a:sym typeface="Nunito Sans"/>
              </a:rPr>
              <a:t>React</a:t>
            </a:r>
            <a:endParaRPr>
              <a:solidFill>
                <a:schemeClr val="dk1"/>
              </a:solidFill>
              <a:latin typeface="Nunito Sans"/>
              <a:ea typeface="Nunito Sans"/>
              <a:cs typeface="Nunito Sans"/>
              <a:sym typeface="Nunito Sans"/>
            </a:endParaRPr>
          </a:p>
          <a:p>
            <a:pPr indent="0" lvl="0" marL="0" rtl="0" algn="ctr">
              <a:spcBef>
                <a:spcPts val="0"/>
              </a:spcBef>
              <a:spcAft>
                <a:spcPts val="0"/>
              </a:spcAft>
              <a:buNone/>
            </a:pPr>
            <a:r>
              <a:rPr lang="en">
                <a:solidFill>
                  <a:schemeClr val="dk1"/>
                </a:solidFill>
                <a:latin typeface="Nunito Sans"/>
                <a:ea typeface="Nunito Sans"/>
                <a:cs typeface="Nunito Sans"/>
                <a:sym typeface="Nunito Sans"/>
              </a:rPr>
              <a:t>AntUI</a:t>
            </a:r>
            <a:endParaRPr b="1">
              <a:latin typeface="Nunito Sans"/>
              <a:ea typeface="Nunito Sans"/>
              <a:cs typeface="Nunito Sans"/>
              <a:sym typeface="Nunito Sans"/>
            </a:endParaRPr>
          </a:p>
        </p:txBody>
      </p:sp>
      <p:sp>
        <p:nvSpPr>
          <p:cNvPr id="2238" name="Google Shape;2238;p54"/>
          <p:cNvSpPr txBox="1"/>
          <p:nvPr/>
        </p:nvSpPr>
        <p:spPr>
          <a:xfrm>
            <a:off x="5135700" y="2137550"/>
            <a:ext cx="1550400" cy="863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latin typeface="Nunito Sans"/>
                <a:ea typeface="Nunito Sans"/>
                <a:cs typeface="Nunito Sans"/>
                <a:sym typeface="Nunito Sans"/>
              </a:rPr>
              <a:t>Logic Layer</a:t>
            </a:r>
            <a:endParaRPr b="1">
              <a:latin typeface="Nunito Sans"/>
              <a:ea typeface="Nunito Sans"/>
              <a:cs typeface="Nunito Sans"/>
              <a:sym typeface="Nunito Sans"/>
            </a:endParaRPr>
          </a:p>
          <a:p>
            <a:pPr indent="457200" lvl="0" marL="0" rtl="0" algn="l">
              <a:spcBef>
                <a:spcPts val="0"/>
              </a:spcBef>
              <a:spcAft>
                <a:spcPts val="0"/>
              </a:spcAft>
              <a:buNone/>
            </a:pPr>
            <a:r>
              <a:rPr lang="en">
                <a:latin typeface="Nunito Sans"/>
                <a:ea typeface="Nunito Sans"/>
                <a:cs typeface="Nunito Sans"/>
                <a:sym typeface="Nunito Sans"/>
              </a:rPr>
              <a:t>Nest.js</a:t>
            </a:r>
            <a:endParaRPr>
              <a:latin typeface="Nunito Sans"/>
              <a:ea typeface="Nunito Sans"/>
              <a:cs typeface="Nunito Sans"/>
              <a:sym typeface="Nunito Sans"/>
            </a:endParaRPr>
          </a:p>
          <a:p>
            <a:pPr indent="0" lvl="0" marL="0" rtl="0" algn="ctr">
              <a:spcBef>
                <a:spcPts val="0"/>
              </a:spcBef>
              <a:spcAft>
                <a:spcPts val="0"/>
              </a:spcAft>
              <a:buNone/>
            </a:pPr>
            <a:r>
              <a:rPr lang="en">
                <a:latin typeface="Nunito Sans"/>
                <a:ea typeface="Nunito Sans"/>
                <a:cs typeface="Nunito Sans"/>
                <a:sym typeface="Nunito Sans"/>
              </a:rPr>
              <a:t>TypeScript</a:t>
            </a:r>
            <a:endParaRPr b="1">
              <a:latin typeface="Nunito Sans"/>
              <a:ea typeface="Nunito Sans"/>
              <a:cs typeface="Nunito Sans"/>
              <a:sym typeface="Nunito Sans"/>
            </a:endParaRPr>
          </a:p>
        </p:txBody>
      </p:sp>
      <p:sp>
        <p:nvSpPr>
          <p:cNvPr id="2239" name="Google Shape;2239;p54"/>
          <p:cNvSpPr txBox="1"/>
          <p:nvPr/>
        </p:nvSpPr>
        <p:spPr>
          <a:xfrm>
            <a:off x="7320450" y="2137550"/>
            <a:ext cx="15297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latin typeface="Nunito Sans"/>
                <a:ea typeface="Nunito Sans"/>
                <a:cs typeface="Nunito Sans"/>
                <a:sym typeface="Nunito Sans"/>
              </a:rPr>
              <a:t>Data Layer</a:t>
            </a:r>
            <a:endParaRPr>
              <a:latin typeface="Nunito Sans"/>
              <a:ea typeface="Nunito Sans"/>
              <a:cs typeface="Nunito Sans"/>
              <a:sym typeface="Nunito Sans"/>
            </a:endParaRPr>
          </a:p>
          <a:p>
            <a:pPr indent="0" lvl="0" marL="0" rtl="0" algn="ctr">
              <a:spcBef>
                <a:spcPts val="0"/>
              </a:spcBef>
              <a:spcAft>
                <a:spcPts val="0"/>
              </a:spcAft>
              <a:buNone/>
            </a:pPr>
            <a:r>
              <a:rPr lang="en">
                <a:latin typeface="Nunito Sans"/>
                <a:ea typeface="Nunito Sans"/>
                <a:cs typeface="Nunito Sans"/>
                <a:sym typeface="Nunito Sans"/>
              </a:rPr>
              <a:t>MongoDB</a:t>
            </a:r>
            <a:endParaRPr b="1">
              <a:latin typeface="Nunito Sans"/>
              <a:ea typeface="Nunito Sans"/>
              <a:cs typeface="Nunito Sans"/>
              <a:sym typeface="Nunito Sans"/>
            </a:endParaRPr>
          </a:p>
        </p:txBody>
      </p:sp>
      <p:sp>
        <p:nvSpPr>
          <p:cNvPr id="2240" name="Google Shape;2240;p54"/>
          <p:cNvSpPr txBox="1"/>
          <p:nvPr/>
        </p:nvSpPr>
        <p:spPr>
          <a:xfrm>
            <a:off x="2975100" y="1555850"/>
            <a:ext cx="357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Nunito Sans"/>
                <a:ea typeface="Nunito Sans"/>
                <a:cs typeface="Nunito Sans"/>
                <a:sym typeface="Nunito Sans"/>
              </a:rPr>
              <a:t>Suppose a user wants to make a Post...</a:t>
            </a:r>
            <a:endParaRPr>
              <a:latin typeface="Nunito Sans"/>
              <a:ea typeface="Nunito Sans"/>
              <a:cs typeface="Nunito Sans"/>
              <a:sym typeface="Nunito Sans"/>
            </a:endParaRPr>
          </a:p>
        </p:txBody>
      </p:sp>
      <p:sp>
        <p:nvSpPr>
          <p:cNvPr id="2241" name="Google Shape;2241;p54"/>
          <p:cNvSpPr/>
          <p:nvPr/>
        </p:nvSpPr>
        <p:spPr>
          <a:xfrm>
            <a:off x="1559450" y="3432050"/>
            <a:ext cx="12105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Nunito Sans"/>
                <a:ea typeface="Nunito Sans"/>
                <a:cs typeface="Nunito Sans"/>
                <a:sym typeface="Nunito Sans"/>
              </a:rPr>
              <a:t>Click a button</a:t>
            </a:r>
            <a:endParaRPr>
              <a:latin typeface="Nunito Sans"/>
              <a:ea typeface="Nunito Sans"/>
              <a:cs typeface="Nunito Sans"/>
              <a:sym typeface="Nunito Sans"/>
            </a:endParaRPr>
          </a:p>
        </p:txBody>
      </p:sp>
      <p:sp>
        <p:nvSpPr>
          <p:cNvPr id="2242" name="Google Shape;2242;p54"/>
          <p:cNvSpPr/>
          <p:nvPr/>
        </p:nvSpPr>
        <p:spPr>
          <a:xfrm>
            <a:off x="4068750" y="3432050"/>
            <a:ext cx="13863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Nunito Sans"/>
                <a:ea typeface="Nunito Sans"/>
                <a:cs typeface="Nunito Sans"/>
                <a:sym typeface="Nunito Sans"/>
              </a:rPr>
              <a:t>API Request</a:t>
            </a:r>
            <a:endParaRPr>
              <a:latin typeface="Nunito Sans"/>
              <a:ea typeface="Nunito Sans"/>
              <a:cs typeface="Nunito Sans"/>
              <a:sym typeface="Nunito Sans"/>
            </a:endParaRPr>
          </a:p>
        </p:txBody>
      </p:sp>
      <p:sp>
        <p:nvSpPr>
          <p:cNvPr id="2243" name="Google Shape;2243;p54"/>
          <p:cNvSpPr/>
          <p:nvPr/>
        </p:nvSpPr>
        <p:spPr>
          <a:xfrm>
            <a:off x="6166175" y="3432050"/>
            <a:ext cx="16533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Nunito Sans"/>
                <a:ea typeface="Nunito Sans"/>
                <a:cs typeface="Nunito Sans"/>
                <a:sym typeface="Nunito Sans"/>
              </a:rPr>
              <a:t>Update database through DAO</a:t>
            </a:r>
            <a:endParaRPr>
              <a:latin typeface="Nunito Sans"/>
              <a:ea typeface="Nunito Sans"/>
              <a:cs typeface="Nunito Sans"/>
              <a:sym typeface="Nunito Sans"/>
            </a:endParaRPr>
          </a:p>
        </p:txBody>
      </p:sp>
      <p:cxnSp>
        <p:nvCxnSpPr>
          <p:cNvPr id="2244" name="Google Shape;2244;p54"/>
          <p:cNvCxnSpPr>
            <a:stCxn id="2222" idx="2"/>
            <a:endCxn id="2241" idx="1"/>
          </p:cNvCxnSpPr>
          <p:nvPr/>
        </p:nvCxnSpPr>
        <p:spPr>
          <a:xfrm flipH="1" rot="-5400000">
            <a:off x="1067738" y="3226550"/>
            <a:ext cx="493200" cy="490500"/>
          </a:xfrm>
          <a:prstGeom prst="curvedConnector2">
            <a:avLst/>
          </a:prstGeom>
          <a:noFill/>
          <a:ln cap="flat" cmpd="sng" w="9525">
            <a:solidFill>
              <a:schemeClr val="dk2"/>
            </a:solidFill>
            <a:prstDash val="solid"/>
            <a:round/>
            <a:headEnd len="med" w="med" type="none"/>
            <a:tailEnd len="med" w="med" type="triangle"/>
          </a:ln>
        </p:spPr>
      </p:cxnSp>
      <p:cxnSp>
        <p:nvCxnSpPr>
          <p:cNvPr id="2245" name="Google Shape;2245;p54"/>
          <p:cNvCxnSpPr>
            <a:stCxn id="2241" idx="3"/>
            <a:endCxn id="2237" idx="2"/>
          </p:cNvCxnSpPr>
          <p:nvPr/>
        </p:nvCxnSpPr>
        <p:spPr>
          <a:xfrm flipH="1" rot="10800000">
            <a:off x="2769950" y="3216800"/>
            <a:ext cx="666600" cy="501600"/>
          </a:xfrm>
          <a:prstGeom prst="curvedConnector2">
            <a:avLst/>
          </a:prstGeom>
          <a:noFill/>
          <a:ln cap="flat" cmpd="sng" w="9525">
            <a:solidFill>
              <a:schemeClr val="dk2"/>
            </a:solidFill>
            <a:prstDash val="solid"/>
            <a:round/>
            <a:headEnd len="med" w="med" type="none"/>
            <a:tailEnd len="med" w="med" type="triangle"/>
          </a:ln>
        </p:spPr>
      </p:cxnSp>
      <p:cxnSp>
        <p:nvCxnSpPr>
          <p:cNvPr id="2246" name="Google Shape;2246;p54"/>
          <p:cNvCxnSpPr>
            <a:stCxn id="2237" idx="2"/>
            <a:endCxn id="2242" idx="1"/>
          </p:cNvCxnSpPr>
          <p:nvPr/>
        </p:nvCxnSpPr>
        <p:spPr>
          <a:xfrm flipH="1" rot="-5400000">
            <a:off x="3501750" y="3151550"/>
            <a:ext cx="501900" cy="632100"/>
          </a:xfrm>
          <a:prstGeom prst="curvedConnector2">
            <a:avLst/>
          </a:prstGeom>
          <a:noFill/>
          <a:ln cap="flat" cmpd="sng" w="9525">
            <a:solidFill>
              <a:schemeClr val="dk2"/>
            </a:solidFill>
            <a:prstDash val="solid"/>
            <a:round/>
            <a:headEnd len="med" w="med" type="none"/>
            <a:tailEnd len="med" w="med" type="triangle"/>
          </a:ln>
        </p:spPr>
      </p:cxnSp>
      <p:cxnSp>
        <p:nvCxnSpPr>
          <p:cNvPr id="2247" name="Google Shape;2247;p54"/>
          <p:cNvCxnSpPr>
            <a:stCxn id="2242" idx="3"/>
            <a:endCxn id="2224" idx="2"/>
          </p:cNvCxnSpPr>
          <p:nvPr/>
        </p:nvCxnSpPr>
        <p:spPr>
          <a:xfrm flipH="1" rot="10800000">
            <a:off x="5455050" y="3225200"/>
            <a:ext cx="455700" cy="493200"/>
          </a:xfrm>
          <a:prstGeom prst="curvedConnector2">
            <a:avLst/>
          </a:prstGeom>
          <a:noFill/>
          <a:ln cap="flat" cmpd="sng" w="9525">
            <a:solidFill>
              <a:schemeClr val="dk2"/>
            </a:solidFill>
            <a:prstDash val="solid"/>
            <a:round/>
            <a:headEnd len="med" w="med" type="none"/>
            <a:tailEnd len="med" w="med" type="triangle"/>
          </a:ln>
        </p:spPr>
      </p:cxnSp>
      <p:cxnSp>
        <p:nvCxnSpPr>
          <p:cNvPr id="2248" name="Google Shape;2248;p54"/>
          <p:cNvCxnSpPr>
            <a:stCxn id="2224" idx="2"/>
            <a:endCxn id="2243" idx="1"/>
          </p:cNvCxnSpPr>
          <p:nvPr/>
        </p:nvCxnSpPr>
        <p:spPr>
          <a:xfrm flipH="1" rot="-5400000">
            <a:off x="5791788" y="3344150"/>
            <a:ext cx="493200" cy="255300"/>
          </a:xfrm>
          <a:prstGeom prst="curvedConnector2">
            <a:avLst/>
          </a:prstGeom>
          <a:noFill/>
          <a:ln cap="flat" cmpd="sng" w="9525">
            <a:solidFill>
              <a:schemeClr val="dk2"/>
            </a:solidFill>
            <a:prstDash val="solid"/>
            <a:round/>
            <a:headEnd len="med" w="med" type="none"/>
            <a:tailEnd len="med" w="med" type="triangle"/>
          </a:ln>
        </p:spPr>
      </p:cxnSp>
      <p:cxnSp>
        <p:nvCxnSpPr>
          <p:cNvPr id="2249" name="Google Shape;2249;p54"/>
          <p:cNvCxnSpPr>
            <a:stCxn id="2243" idx="3"/>
            <a:endCxn id="2225" idx="2"/>
          </p:cNvCxnSpPr>
          <p:nvPr/>
        </p:nvCxnSpPr>
        <p:spPr>
          <a:xfrm flipH="1" rot="10800000">
            <a:off x="7819475" y="3225200"/>
            <a:ext cx="255300" cy="493200"/>
          </a:xfrm>
          <a:prstGeom prst="curvedConnector2">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3" name="Shape 2253"/>
        <p:cNvGrpSpPr/>
        <p:nvPr/>
      </p:nvGrpSpPr>
      <p:grpSpPr>
        <a:xfrm>
          <a:off x="0" y="0"/>
          <a:ext cx="0" cy="0"/>
          <a:chOff x="0" y="0"/>
          <a:chExt cx="0" cy="0"/>
        </a:xfrm>
      </p:grpSpPr>
      <p:sp>
        <p:nvSpPr>
          <p:cNvPr id="2254" name="Google Shape;2254;p55"/>
          <p:cNvSpPr txBox="1"/>
          <p:nvPr>
            <p:ph idx="6" type="subTitle"/>
          </p:nvPr>
        </p:nvSpPr>
        <p:spPr>
          <a:xfrm>
            <a:off x="2825496" y="3593592"/>
            <a:ext cx="1945200" cy="7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implementing backend APIs, we realized frontend needed a different implementation.</a:t>
            </a:r>
            <a:endParaRPr/>
          </a:p>
        </p:txBody>
      </p:sp>
      <p:sp>
        <p:nvSpPr>
          <p:cNvPr id="2255" name="Google Shape;2255;p55"/>
          <p:cNvSpPr txBox="1"/>
          <p:nvPr>
            <p:ph type="title"/>
          </p:nvPr>
        </p:nvSpPr>
        <p:spPr>
          <a:xfrm>
            <a:off x="1568775" y="442350"/>
            <a:ext cx="6006300" cy="59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Technical Challenges</a:t>
            </a:r>
            <a:endParaRPr/>
          </a:p>
        </p:txBody>
      </p:sp>
      <p:sp>
        <p:nvSpPr>
          <p:cNvPr id="2256" name="Google Shape;2256;p55"/>
          <p:cNvSpPr txBox="1"/>
          <p:nvPr>
            <p:ph idx="1" type="subTitle"/>
          </p:nvPr>
        </p:nvSpPr>
        <p:spPr>
          <a:xfrm>
            <a:off x="1709928" y="1545336"/>
            <a:ext cx="19452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Merge Conflicts</a:t>
            </a:r>
            <a:endParaRPr/>
          </a:p>
        </p:txBody>
      </p:sp>
      <p:sp>
        <p:nvSpPr>
          <p:cNvPr id="2257" name="Google Shape;2257;p55"/>
          <p:cNvSpPr txBox="1"/>
          <p:nvPr>
            <p:ph idx="2" type="subTitle"/>
          </p:nvPr>
        </p:nvSpPr>
        <p:spPr>
          <a:xfrm>
            <a:off x="1709928" y="1938528"/>
            <a:ext cx="1945200" cy="7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rare scenarios, resolving merge conflicts introduced bugs.</a:t>
            </a:r>
            <a:endParaRPr>
              <a:latin typeface="Barlow Semi Condensed"/>
              <a:ea typeface="Barlow Semi Condensed"/>
              <a:cs typeface="Barlow Semi Condensed"/>
              <a:sym typeface="Barlow Semi Condensed"/>
            </a:endParaRPr>
          </a:p>
        </p:txBody>
      </p:sp>
      <p:sp>
        <p:nvSpPr>
          <p:cNvPr id="2258" name="Google Shape;2258;p55"/>
          <p:cNvSpPr txBox="1"/>
          <p:nvPr>
            <p:ph idx="3" type="subTitle"/>
          </p:nvPr>
        </p:nvSpPr>
        <p:spPr>
          <a:xfrm>
            <a:off x="5468112" y="1545336"/>
            <a:ext cx="19476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API Guards</a:t>
            </a:r>
            <a:endParaRPr sz="1800"/>
          </a:p>
        </p:txBody>
      </p:sp>
      <p:sp>
        <p:nvSpPr>
          <p:cNvPr id="2259" name="Google Shape;2259;p55"/>
          <p:cNvSpPr txBox="1"/>
          <p:nvPr>
            <p:ph idx="4" type="subTitle"/>
          </p:nvPr>
        </p:nvSpPr>
        <p:spPr>
          <a:xfrm>
            <a:off x="5468112" y="1938528"/>
            <a:ext cx="1947600" cy="7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API guards were particularly complex as they needed to be applied in a certain order.</a:t>
            </a:r>
            <a:endParaRPr>
              <a:latin typeface="Barlow Semi Condensed"/>
              <a:ea typeface="Barlow Semi Condensed"/>
              <a:cs typeface="Barlow Semi Condensed"/>
              <a:sym typeface="Barlow Semi Condensed"/>
            </a:endParaRPr>
          </a:p>
        </p:txBody>
      </p:sp>
      <p:sp>
        <p:nvSpPr>
          <p:cNvPr id="2260" name="Google Shape;2260;p55"/>
          <p:cNvSpPr txBox="1"/>
          <p:nvPr>
            <p:ph idx="5" type="subTitle"/>
          </p:nvPr>
        </p:nvSpPr>
        <p:spPr>
          <a:xfrm>
            <a:off x="2825496" y="3200400"/>
            <a:ext cx="19452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Inconsistency</a:t>
            </a:r>
            <a:endParaRPr sz="1800"/>
          </a:p>
        </p:txBody>
      </p:sp>
      <p:sp>
        <p:nvSpPr>
          <p:cNvPr id="2261" name="Google Shape;2261;p55"/>
          <p:cNvSpPr txBox="1"/>
          <p:nvPr>
            <p:ph idx="7" type="subTitle"/>
          </p:nvPr>
        </p:nvSpPr>
        <p:spPr>
          <a:xfrm>
            <a:off x="6464808" y="3200400"/>
            <a:ext cx="19935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Learning</a:t>
            </a:r>
            <a:endParaRPr sz="1800"/>
          </a:p>
        </p:txBody>
      </p:sp>
      <p:sp>
        <p:nvSpPr>
          <p:cNvPr id="2262" name="Google Shape;2262;p55"/>
          <p:cNvSpPr txBox="1"/>
          <p:nvPr>
            <p:ph idx="8" type="subTitle"/>
          </p:nvPr>
        </p:nvSpPr>
        <p:spPr>
          <a:xfrm>
            <a:off x="6464808" y="3593592"/>
            <a:ext cx="1993500" cy="75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Members had to learn tons of new technologies for this project.</a:t>
            </a:r>
            <a:endParaRPr/>
          </a:p>
        </p:txBody>
      </p:sp>
      <p:sp>
        <p:nvSpPr>
          <p:cNvPr id="2263" name="Google Shape;2263;p55"/>
          <p:cNvSpPr txBox="1"/>
          <p:nvPr/>
        </p:nvSpPr>
        <p:spPr>
          <a:xfrm>
            <a:off x="512064" y="1700784"/>
            <a:ext cx="1179600" cy="1079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200">
                <a:solidFill>
                  <a:schemeClr val="accent1"/>
                </a:solidFill>
                <a:latin typeface="Fjalla One"/>
                <a:ea typeface="Fjalla One"/>
                <a:cs typeface="Fjalla One"/>
                <a:sym typeface="Fjalla One"/>
              </a:rPr>
              <a:t>01</a:t>
            </a:r>
            <a:endParaRPr sz="7200">
              <a:solidFill>
                <a:schemeClr val="accent1"/>
              </a:solidFill>
              <a:latin typeface="Fjalla One"/>
              <a:ea typeface="Fjalla One"/>
              <a:cs typeface="Fjalla One"/>
              <a:sym typeface="Fjalla One"/>
            </a:endParaRPr>
          </a:p>
        </p:txBody>
      </p:sp>
      <p:sp>
        <p:nvSpPr>
          <p:cNvPr id="2264" name="Google Shape;2264;p55"/>
          <p:cNvSpPr txBox="1"/>
          <p:nvPr/>
        </p:nvSpPr>
        <p:spPr>
          <a:xfrm>
            <a:off x="1623369" y="3355848"/>
            <a:ext cx="1179600" cy="1074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200">
                <a:solidFill>
                  <a:schemeClr val="accent1"/>
                </a:solidFill>
                <a:latin typeface="Fjalla One"/>
                <a:ea typeface="Fjalla One"/>
                <a:cs typeface="Fjalla One"/>
                <a:sym typeface="Fjalla One"/>
              </a:rPr>
              <a:t>03</a:t>
            </a:r>
            <a:endParaRPr sz="7200">
              <a:solidFill>
                <a:schemeClr val="accent1"/>
              </a:solidFill>
              <a:latin typeface="Fjalla One"/>
              <a:ea typeface="Fjalla One"/>
              <a:cs typeface="Fjalla One"/>
              <a:sym typeface="Fjalla One"/>
            </a:endParaRPr>
          </a:p>
        </p:txBody>
      </p:sp>
      <p:sp>
        <p:nvSpPr>
          <p:cNvPr id="2265" name="Google Shape;2265;p55"/>
          <p:cNvSpPr txBox="1"/>
          <p:nvPr/>
        </p:nvSpPr>
        <p:spPr>
          <a:xfrm>
            <a:off x="5263298" y="3355848"/>
            <a:ext cx="1179600" cy="1074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200">
                <a:solidFill>
                  <a:schemeClr val="accent1"/>
                </a:solidFill>
                <a:latin typeface="Fjalla One"/>
                <a:ea typeface="Fjalla One"/>
                <a:cs typeface="Fjalla One"/>
                <a:sym typeface="Fjalla One"/>
              </a:rPr>
              <a:t>04</a:t>
            </a:r>
            <a:endParaRPr sz="7200">
              <a:solidFill>
                <a:schemeClr val="accent1"/>
              </a:solidFill>
              <a:latin typeface="Fjalla One"/>
              <a:ea typeface="Fjalla One"/>
              <a:cs typeface="Fjalla One"/>
              <a:sym typeface="Fjalla One"/>
            </a:endParaRPr>
          </a:p>
        </p:txBody>
      </p:sp>
      <p:sp>
        <p:nvSpPr>
          <p:cNvPr id="2266" name="Google Shape;2266;p55"/>
          <p:cNvSpPr txBox="1"/>
          <p:nvPr/>
        </p:nvSpPr>
        <p:spPr>
          <a:xfrm>
            <a:off x="4268116" y="1700784"/>
            <a:ext cx="1179600" cy="10791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7200">
                <a:solidFill>
                  <a:schemeClr val="accent1"/>
                </a:solidFill>
                <a:latin typeface="Fjalla One"/>
                <a:ea typeface="Fjalla One"/>
                <a:cs typeface="Fjalla One"/>
                <a:sym typeface="Fjalla One"/>
              </a:rPr>
              <a:t>02</a:t>
            </a:r>
            <a:endParaRPr sz="7200">
              <a:solidFill>
                <a:schemeClr val="accent1"/>
              </a:solidFill>
              <a:latin typeface="Fjalla One"/>
              <a:ea typeface="Fjalla One"/>
              <a:cs typeface="Fjalla One"/>
              <a:sym typeface="Fjalla On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0" name="Shape 2270"/>
        <p:cNvGrpSpPr/>
        <p:nvPr/>
      </p:nvGrpSpPr>
      <p:grpSpPr>
        <a:xfrm>
          <a:off x="0" y="0"/>
          <a:ext cx="0" cy="0"/>
          <a:chOff x="0" y="0"/>
          <a:chExt cx="0" cy="0"/>
        </a:xfrm>
      </p:grpSpPr>
      <p:sp>
        <p:nvSpPr>
          <p:cNvPr id="2271" name="Google Shape;2271;p56"/>
          <p:cNvSpPr txBox="1"/>
          <p:nvPr>
            <p:ph type="title"/>
          </p:nvPr>
        </p:nvSpPr>
        <p:spPr>
          <a:xfrm>
            <a:off x="2624325" y="1620750"/>
            <a:ext cx="4313400" cy="190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6AA84F"/>
      </a:accent1>
      <a:accent2>
        <a:srgbClr val="93C47D"/>
      </a:accent2>
      <a:accent3>
        <a:srgbClr val="B6D7A8"/>
      </a:accent3>
      <a:accent4>
        <a:srgbClr val="BEBEBE"/>
      </a:accent4>
      <a:accent5>
        <a:srgbClr val="38761D"/>
      </a:accent5>
      <a:accent6>
        <a:srgbClr val="9E9E9E"/>
      </a:accent6>
      <a:hlink>
        <a:srgbClr val="D9EAD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